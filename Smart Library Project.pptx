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Barlow ExtraLight"/>
      <p:regular r:id="rId28"/>
      <p:bold r:id="rId29"/>
      <p:italic r:id="rId30"/>
      <p:boldItalic r:id="rId31"/>
    </p:embeddedFont>
    <p:embeddedFont>
      <p:font typeface="Hepta Slab Medium"/>
      <p:regular r:id="rId32"/>
      <p:bold r:id="rId33"/>
    </p:embeddedFont>
    <p:embeddedFont>
      <p:font typeface="Hepta Slab Light"/>
      <p:regular r:id="rId34"/>
      <p:bold r:id="rId35"/>
    </p:embeddedFont>
    <p:embeddedFont>
      <p:font typeface="Hepta Slab"/>
      <p:regular r:id="rId36"/>
      <p:bold r:id="rId37"/>
    </p:embeddedFont>
    <p:embeddedFont>
      <p:font typeface="Poppins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Barlow Medium"/>
      <p:regular r:id="rId46"/>
      <p:bold r:id="rId47"/>
      <p:italic r:id="rId48"/>
      <p:boldItalic r:id="rId49"/>
    </p:embeddedFont>
    <p:embeddedFont>
      <p:font typeface="Barlow Light"/>
      <p:regular r:id="rId50"/>
      <p:bold r:id="rId51"/>
      <p:italic r:id="rId52"/>
      <p:boldItalic r:id="rId53"/>
    </p:embeddedFont>
    <p:embeddedFont>
      <p:font typeface="Barlow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42" Type="http://schemas.openxmlformats.org/officeDocument/2006/relationships/font" Target="fonts/Lato-regular.fntdata"/><Relationship Id="rId41" Type="http://schemas.openxmlformats.org/officeDocument/2006/relationships/font" Target="fonts/Poppins-boldItalic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BarlowMedium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BarlowMedium-italic.fntdata"/><Relationship Id="rId47" Type="http://schemas.openxmlformats.org/officeDocument/2006/relationships/font" Target="fonts/BarlowMedium-bold.fntdata"/><Relationship Id="rId49" Type="http://schemas.openxmlformats.org/officeDocument/2006/relationships/font" Target="fonts/Barlow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ExtraLight-boldItalic.fntdata"/><Relationship Id="rId30" Type="http://schemas.openxmlformats.org/officeDocument/2006/relationships/font" Target="fonts/BarlowExtraLight-italic.fntdata"/><Relationship Id="rId33" Type="http://schemas.openxmlformats.org/officeDocument/2006/relationships/font" Target="fonts/HeptaSlabMedium-bold.fntdata"/><Relationship Id="rId32" Type="http://schemas.openxmlformats.org/officeDocument/2006/relationships/font" Target="fonts/HeptaSlabMedium-regular.fntdata"/><Relationship Id="rId35" Type="http://schemas.openxmlformats.org/officeDocument/2006/relationships/font" Target="fonts/HeptaSlabLight-bold.fntdata"/><Relationship Id="rId34" Type="http://schemas.openxmlformats.org/officeDocument/2006/relationships/font" Target="fonts/HeptaSlabLight-regular.fntdata"/><Relationship Id="rId37" Type="http://schemas.openxmlformats.org/officeDocument/2006/relationships/font" Target="fonts/HeptaSlab-bold.fntdata"/><Relationship Id="rId36" Type="http://schemas.openxmlformats.org/officeDocument/2006/relationships/font" Target="fonts/HeptaSlab-regular.fntdata"/><Relationship Id="rId39" Type="http://schemas.openxmlformats.org/officeDocument/2006/relationships/font" Target="fonts/Poppins-bold.fntdata"/><Relationship Id="rId38" Type="http://schemas.openxmlformats.org/officeDocument/2006/relationships/font" Target="fonts/Poppi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BarlowExtraLight-regular.fntdata"/><Relationship Id="rId27" Type="http://schemas.openxmlformats.org/officeDocument/2006/relationships/slide" Target="slides/slide21.xml"/><Relationship Id="rId29" Type="http://schemas.openxmlformats.org/officeDocument/2006/relationships/font" Target="fonts/BarlowExtraLight-bold.fntdata"/><Relationship Id="rId51" Type="http://schemas.openxmlformats.org/officeDocument/2006/relationships/font" Target="fonts/BarlowLight-bold.fntdata"/><Relationship Id="rId50" Type="http://schemas.openxmlformats.org/officeDocument/2006/relationships/font" Target="fonts/BarlowLight-regular.fntdata"/><Relationship Id="rId53" Type="http://schemas.openxmlformats.org/officeDocument/2006/relationships/font" Target="fonts/BarlowLight-boldItalic.fntdata"/><Relationship Id="rId52" Type="http://schemas.openxmlformats.org/officeDocument/2006/relationships/font" Target="fonts/BarlowLight-italic.fntdata"/><Relationship Id="rId11" Type="http://schemas.openxmlformats.org/officeDocument/2006/relationships/slide" Target="slides/slide5.xml"/><Relationship Id="rId55" Type="http://schemas.openxmlformats.org/officeDocument/2006/relationships/font" Target="fonts/Barlow-bold.fntdata"/><Relationship Id="rId10" Type="http://schemas.openxmlformats.org/officeDocument/2006/relationships/slide" Target="slides/slide4.xml"/><Relationship Id="rId54" Type="http://schemas.openxmlformats.org/officeDocument/2006/relationships/font" Target="fonts/Barlow-regular.fntdata"/><Relationship Id="rId13" Type="http://schemas.openxmlformats.org/officeDocument/2006/relationships/slide" Target="slides/slide7.xml"/><Relationship Id="rId57" Type="http://schemas.openxmlformats.org/officeDocument/2006/relationships/font" Target="fonts/Barlow-boldItalic.fntdata"/><Relationship Id="rId12" Type="http://schemas.openxmlformats.org/officeDocument/2006/relationships/slide" Target="slides/slide6.xml"/><Relationship Id="rId56" Type="http://schemas.openxmlformats.org/officeDocument/2006/relationships/font" Target="fonts/Barlow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58867fb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a58867fb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59a7c72c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a59a7c72c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59a7c72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a59a7c72c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a685271e9f_16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a685271e9f_16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685271e9f_16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a685271e9f_16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910383b0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910383b05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p1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29" name="Google Shape;129;p25"/>
          <p:cNvSpPr txBox="1"/>
          <p:nvPr>
            <p:ph idx="2" type="subTitle"/>
          </p:nvPr>
        </p:nvSpPr>
        <p:spPr>
          <a:xfrm>
            <a:off x="5875533" y="1535607"/>
            <a:ext cx="58797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30" name="Google Shape;130;p25"/>
          <p:cNvSpPr txBox="1"/>
          <p:nvPr>
            <p:ph idx="3" type="subTitle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31" name="Google Shape;131;p25"/>
          <p:cNvSpPr txBox="1"/>
          <p:nvPr>
            <p:ph idx="4" type="subTitle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32" name="Google Shape;132;p25"/>
          <p:cNvSpPr txBox="1"/>
          <p:nvPr>
            <p:ph idx="5" type="subTitle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33" name="Google Shape;133;p25"/>
          <p:cNvSpPr txBox="1"/>
          <p:nvPr>
            <p:ph idx="6" type="subTitle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415600" y="1536633"/>
            <a:ext cx="5965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7" name="Google Shape;137;p26"/>
          <p:cNvSpPr/>
          <p:nvPr>
            <p:ph idx="2" type="pic"/>
          </p:nvPr>
        </p:nvSpPr>
        <p:spPr>
          <a:xfrm>
            <a:off x="6656032" y="1537033"/>
            <a:ext cx="51204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2" type="body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4" name="Google Shape;144;p27"/>
          <p:cNvSpPr txBox="1"/>
          <p:nvPr>
            <p:ph idx="3" type="subTitle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45" name="Google Shape;145;p27"/>
          <p:cNvSpPr txBox="1"/>
          <p:nvPr>
            <p:ph idx="4" type="subTitle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2" type="body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3" type="body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2" name="Google Shape;152;p28"/>
          <p:cNvSpPr txBox="1"/>
          <p:nvPr>
            <p:ph idx="4" type="subTitle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53" name="Google Shape;153;p28"/>
          <p:cNvSpPr txBox="1"/>
          <p:nvPr>
            <p:ph idx="5" type="subTitle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54" name="Google Shape;154;p28"/>
          <p:cNvSpPr txBox="1"/>
          <p:nvPr>
            <p:ph idx="6" type="subTitle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2" type="body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9" name="Google Shape;159;p29"/>
          <p:cNvSpPr txBox="1"/>
          <p:nvPr>
            <p:ph idx="3" type="body"/>
          </p:nvPr>
        </p:nvSpPr>
        <p:spPr>
          <a:xfrm>
            <a:off x="489000" y="4864767"/>
            <a:ext cx="5118000" cy="15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0" name="Google Shape;160;p29"/>
          <p:cNvSpPr txBox="1"/>
          <p:nvPr>
            <p:ph idx="4" type="body"/>
          </p:nvPr>
        </p:nvSpPr>
        <p:spPr>
          <a:xfrm>
            <a:off x="6585000" y="4864767"/>
            <a:ext cx="5118000" cy="15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type="title"/>
          </p:nvPr>
        </p:nvSpPr>
        <p:spPr>
          <a:xfrm>
            <a:off x="489000" y="600033"/>
            <a:ext cx="10912800" cy="1010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62" name="Google Shape;162;p29"/>
          <p:cNvSpPr txBox="1"/>
          <p:nvPr>
            <p:ph idx="5" type="subTitle"/>
          </p:nvPr>
        </p:nvSpPr>
        <p:spPr>
          <a:xfrm>
            <a:off x="489017" y="1703876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63" name="Google Shape;163;p29"/>
          <p:cNvSpPr txBox="1"/>
          <p:nvPr>
            <p:ph idx="6" type="subTitle"/>
          </p:nvPr>
        </p:nvSpPr>
        <p:spPr>
          <a:xfrm>
            <a:off x="6584983" y="1703876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64" name="Google Shape;164;p29"/>
          <p:cNvSpPr txBox="1"/>
          <p:nvPr>
            <p:ph idx="7" type="subTitle"/>
          </p:nvPr>
        </p:nvSpPr>
        <p:spPr>
          <a:xfrm>
            <a:off x="6585014" y="4223150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65" name="Google Shape;165;p29"/>
          <p:cNvSpPr txBox="1"/>
          <p:nvPr>
            <p:ph idx="8" type="subTitle"/>
          </p:nvPr>
        </p:nvSpPr>
        <p:spPr>
          <a:xfrm>
            <a:off x="489000" y="4223150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30"/>
          <p:cNvSpPr/>
          <p:nvPr>
            <p:ph idx="2" type="pic"/>
          </p:nvPr>
        </p:nvSpPr>
        <p:spPr>
          <a:xfrm>
            <a:off x="415600" y="1560567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72" name="Google Shape;172;p31"/>
          <p:cNvSpPr/>
          <p:nvPr>
            <p:ph idx="2" type="pic"/>
          </p:nvPr>
        </p:nvSpPr>
        <p:spPr>
          <a:xfrm>
            <a:off x="64064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1"/>
          <p:cNvSpPr/>
          <p:nvPr>
            <p:ph idx="3" type="pic"/>
          </p:nvPr>
        </p:nvSpPr>
        <p:spPr>
          <a:xfrm>
            <a:off x="4156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1"/>
          <p:cNvSpPr txBox="1"/>
          <p:nvPr>
            <p:ph idx="4" type="body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77" name="Google Shape;177;p31"/>
          <p:cNvSpPr txBox="1"/>
          <p:nvPr>
            <p:ph idx="5" type="subTitle"/>
          </p:nvPr>
        </p:nvSpPr>
        <p:spPr>
          <a:xfrm>
            <a:off x="415633" y="4777200"/>
            <a:ext cx="5370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8" name="Google Shape;178;p31"/>
          <p:cNvSpPr txBox="1"/>
          <p:nvPr>
            <p:ph idx="6" type="subTitle"/>
          </p:nvPr>
        </p:nvSpPr>
        <p:spPr>
          <a:xfrm>
            <a:off x="6406433" y="4777200"/>
            <a:ext cx="5370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415600" y="5215600"/>
            <a:ext cx="3502800" cy="1358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1" name="Google Shape;181;p32"/>
          <p:cNvSpPr/>
          <p:nvPr>
            <p:ph idx="2" type="pic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2"/>
          <p:cNvSpPr/>
          <p:nvPr>
            <p:ph idx="3" type="pic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2"/>
          <p:cNvSpPr txBox="1"/>
          <p:nvPr>
            <p:ph idx="4" type="body"/>
          </p:nvPr>
        </p:nvSpPr>
        <p:spPr>
          <a:xfrm>
            <a:off x="8273633" y="5215600"/>
            <a:ext cx="3502800" cy="1358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4" name="Google Shape;184;p32"/>
          <p:cNvSpPr/>
          <p:nvPr>
            <p:ph idx="5" type="pic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2"/>
          <p:cNvSpPr txBox="1"/>
          <p:nvPr>
            <p:ph idx="6" type="body"/>
          </p:nvPr>
        </p:nvSpPr>
        <p:spPr>
          <a:xfrm>
            <a:off x="4340333" y="5215600"/>
            <a:ext cx="3502800" cy="1358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3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7" type="subTitle"/>
          </p:nvPr>
        </p:nvSpPr>
        <p:spPr>
          <a:xfrm>
            <a:off x="415633" y="4574000"/>
            <a:ext cx="35028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9" name="Google Shape;189;p32"/>
          <p:cNvSpPr txBox="1"/>
          <p:nvPr>
            <p:ph idx="8" type="subTitle"/>
          </p:nvPr>
        </p:nvSpPr>
        <p:spPr>
          <a:xfrm>
            <a:off x="8273633" y="4574000"/>
            <a:ext cx="35028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0" name="Google Shape;190;p32"/>
          <p:cNvSpPr txBox="1"/>
          <p:nvPr>
            <p:ph idx="9" type="subTitle"/>
          </p:nvPr>
        </p:nvSpPr>
        <p:spPr>
          <a:xfrm>
            <a:off x="4340333" y="4574000"/>
            <a:ext cx="35028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/>
          <p:nvPr>
            <p:ph idx="2" type="pic"/>
          </p:nvPr>
        </p:nvSpPr>
        <p:spPr>
          <a:xfrm>
            <a:off x="415600" y="593367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34"/>
          <p:cNvSpPr/>
          <p:nvPr>
            <p:ph idx="2" type="pic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34"/>
          <p:cNvSpPr/>
          <p:nvPr>
            <p:ph idx="3" type="pic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4"/>
          <p:cNvSpPr/>
          <p:nvPr>
            <p:ph idx="4" type="pic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4"/>
          <p:cNvSpPr/>
          <p:nvPr>
            <p:ph idx="5" type="pic"/>
          </p:nvPr>
        </p:nvSpPr>
        <p:spPr>
          <a:xfrm>
            <a:off x="4519450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4"/>
          <p:cNvSpPr/>
          <p:nvPr>
            <p:ph idx="6" type="pic"/>
          </p:nvPr>
        </p:nvSpPr>
        <p:spPr>
          <a:xfrm>
            <a:off x="6927897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4"/>
          <p:cNvSpPr/>
          <p:nvPr>
            <p:ph idx="7" type="pic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4"/>
          <p:cNvSpPr txBox="1"/>
          <p:nvPr>
            <p:ph type="title"/>
          </p:nvPr>
        </p:nvSpPr>
        <p:spPr>
          <a:xfrm>
            <a:off x="468733" y="593367"/>
            <a:ext cx="3462300" cy="227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03" name="Google Shape;203;p34"/>
          <p:cNvSpPr/>
          <p:nvPr>
            <p:ph idx="8" type="pic"/>
          </p:nvPr>
        </p:nvSpPr>
        <p:spPr>
          <a:xfrm>
            <a:off x="4519450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4"/>
          <p:cNvSpPr/>
          <p:nvPr>
            <p:ph idx="9" type="pic"/>
          </p:nvPr>
        </p:nvSpPr>
        <p:spPr>
          <a:xfrm>
            <a:off x="6927897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4"/>
          <p:cNvSpPr/>
          <p:nvPr>
            <p:ph idx="13" type="pic"/>
          </p:nvPr>
        </p:nvSpPr>
        <p:spPr>
          <a:xfrm>
            <a:off x="9336343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41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929800" y="3910067"/>
            <a:ext cx="10332300" cy="1354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8" name="Google Shape;208;p35"/>
          <p:cNvSpPr txBox="1"/>
          <p:nvPr>
            <p:ph idx="2" type="title"/>
          </p:nvPr>
        </p:nvSpPr>
        <p:spPr>
          <a:xfrm>
            <a:off x="4371000" y="1592600"/>
            <a:ext cx="3450000" cy="26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100"/>
              <a:buNone/>
              <a:defRPr sz="171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100"/>
              <a:buNone/>
              <a:defRPr sz="171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843800" y="1499600"/>
            <a:ext cx="10504500" cy="232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Hepta Slab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5418800" y="5780267"/>
            <a:ext cx="1354500" cy="354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●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○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■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●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■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●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○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■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3" name="Google Shape;213;p36"/>
          <p:cNvSpPr txBox="1"/>
          <p:nvPr>
            <p:ph idx="2" type="subTitle"/>
          </p:nvPr>
        </p:nvSpPr>
        <p:spPr>
          <a:xfrm>
            <a:off x="3810000" y="3869333"/>
            <a:ext cx="5020800" cy="12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6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idx="1" type="subTitle"/>
          </p:nvPr>
        </p:nvSpPr>
        <p:spPr>
          <a:xfrm>
            <a:off x="633433" y="412300"/>
            <a:ext cx="4873500" cy="47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7" name="Google Shape;217;p37"/>
          <p:cNvSpPr txBox="1"/>
          <p:nvPr>
            <p:ph idx="2" type="body"/>
          </p:nvPr>
        </p:nvSpPr>
        <p:spPr>
          <a:xfrm>
            <a:off x="948129" y="1307405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492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365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302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323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3111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3048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984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857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18" name="Google Shape;218;p37"/>
          <p:cNvSpPr txBox="1"/>
          <p:nvPr>
            <p:ph idx="3" type="subTitle"/>
          </p:nvPr>
        </p:nvSpPr>
        <p:spPr>
          <a:xfrm>
            <a:off x="2265628" y="1307039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9" name="Google Shape;219;p37"/>
          <p:cNvSpPr txBox="1"/>
          <p:nvPr>
            <p:ph idx="4" type="body"/>
          </p:nvPr>
        </p:nvSpPr>
        <p:spPr>
          <a:xfrm>
            <a:off x="3047729" y="1634739"/>
            <a:ext cx="2367600" cy="1478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0" name="Google Shape;220;p37"/>
          <p:cNvSpPr txBox="1"/>
          <p:nvPr>
            <p:ph idx="5" type="body"/>
          </p:nvPr>
        </p:nvSpPr>
        <p:spPr>
          <a:xfrm>
            <a:off x="948129" y="2963555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492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365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302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323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3111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3048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984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857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1" name="Google Shape;221;p37"/>
          <p:cNvSpPr txBox="1"/>
          <p:nvPr>
            <p:ph idx="6" type="subTitle"/>
          </p:nvPr>
        </p:nvSpPr>
        <p:spPr>
          <a:xfrm>
            <a:off x="2265628" y="2963188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2" name="Google Shape;222;p37"/>
          <p:cNvSpPr txBox="1"/>
          <p:nvPr>
            <p:ph idx="7" type="body"/>
          </p:nvPr>
        </p:nvSpPr>
        <p:spPr>
          <a:xfrm>
            <a:off x="3047729" y="3290888"/>
            <a:ext cx="2367600" cy="112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3" name="Google Shape;223;p37"/>
          <p:cNvSpPr txBox="1"/>
          <p:nvPr>
            <p:ph idx="8" type="body"/>
          </p:nvPr>
        </p:nvSpPr>
        <p:spPr>
          <a:xfrm>
            <a:off x="948129" y="4292123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492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365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302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323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3111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3048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984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857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4" name="Google Shape;224;p37"/>
          <p:cNvSpPr txBox="1"/>
          <p:nvPr>
            <p:ph idx="9" type="subTitle"/>
          </p:nvPr>
        </p:nvSpPr>
        <p:spPr>
          <a:xfrm>
            <a:off x="2265628" y="4291757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5" name="Google Shape;225;p37"/>
          <p:cNvSpPr txBox="1"/>
          <p:nvPr>
            <p:ph idx="13" type="body"/>
          </p:nvPr>
        </p:nvSpPr>
        <p:spPr>
          <a:xfrm>
            <a:off x="3047729" y="4619457"/>
            <a:ext cx="2367600" cy="112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37"/>
          <p:cNvSpPr txBox="1"/>
          <p:nvPr>
            <p:ph idx="14" type="body"/>
          </p:nvPr>
        </p:nvSpPr>
        <p:spPr>
          <a:xfrm>
            <a:off x="6328774" y="1307405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492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365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302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323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3111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3048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984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857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7" name="Google Shape;227;p37"/>
          <p:cNvSpPr txBox="1"/>
          <p:nvPr>
            <p:ph idx="15" type="subTitle"/>
          </p:nvPr>
        </p:nvSpPr>
        <p:spPr>
          <a:xfrm>
            <a:off x="7646273" y="1307039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7"/>
          <p:cNvSpPr txBox="1"/>
          <p:nvPr>
            <p:ph idx="16" type="body"/>
          </p:nvPr>
        </p:nvSpPr>
        <p:spPr>
          <a:xfrm>
            <a:off x="8428374" y="1634739"/>
            <a:ext cx="2367600" cy="1478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7"/>
          <p:cNvSpPr txBox="1"/>
          <p:nvPr>
            <p:ph idx="17" type="body"/>
          </p:nvPr>
        </p:nvSpPr>
        <p:spPr>
          <a:xfrm>
            <a:off x="6328774" y="2963555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492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365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302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323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3111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3048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984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857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30" name="Google Shape;230;p37"/>
          <p:cNvSpPr txBox="1"/>
          <p:nvPr>
            <p:ph idx="18" type="subTitle"/>
          </p:nvPr>
        </p:nvSpPr>
        <p:spPr>
          <a:xfrm>
            <a:off x="7646273" y="2963188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1" name="Google Shape;231;p37"/>
          <p:cNvSpPr txBox="1"/>
          <p:nvPr>
            <p:ph idx="19" type="body"/>
          </p:nvPr>
        </p:nvSpPr>
        <p:spPr>
          <a:xfrm>
            <a:off x="8428374" y="3290888"/>
            <a:ext cx="2367600" cy="112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2" name="Google Shape;232;p37"/>
          <p:cNvSpPr txBox="1"/>
          <p:nvPr>
            <p:ph idx="20" type="body"/>
          </p:nvPr>
        </p:nvSpPr>
        <p:spPr>
          <a:xfrm>
            <a:off x="6328774" y="4292123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492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365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302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323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3111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3048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984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857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33" name="Google Shape;233;p37"/>
          <p:cNvSpPr txBox="1"/>
          <p:nvPr>
            <p:ph idx="21" type="subTitle"/>
          </p:nvPr>
        </p:nvSpPr>
        <p:spPr>
          <a:xfrm>
            <a:off x="7646273" y="4291757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4" name="Google Shape;234;p37"/>
          <p:cNvSpPr txBox="1"/>
          <p:nvPr>
            <p:ph idx="22" type="body"/>
          </p:nvPr>
        </p:nvSpPr>
        <p:spPr>
          <a:xfrm>
            <a:off x="8428374" y="4619457"/>
            <a:ext cx="2367600" cy="112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5" name="Google Shape;235;p37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3"/>
                </a:solidFill>
              </a:defRPr>
            </a:lvl1pPr>
            <a:lvl2pPr lvl="1" rtl="0">
              <a:buNone/>
              <a:defRPr sz="1500">
                <a:solidFill>
                  <a:schemeClr val="accent3"/>
                </a:solidFill>
              </a:defRPr>
            </a:lvl2pPr>
            <a:lvl3pPr lvl="2" rtl="0">
              <a:buNone/>
              <a:defRPr sz="1500">
                <a:solidFill>
                  <a:schemeClr val="accent3"/>
                </a:solidFill>
              </a:defRPr>
            </a:lvl3pPr>
            <a:lvl4pPr lvl="3" rtl="0">
              <a:buNone/>
              <a:defRPr sz="1500">
                <a:solidFill>
                  <a:schemeClr val="accent3"/>
                </a:solidFill>
              </a:defRPr>
            </a:lvl4pPr>
            <a:lvl5pPr lvl="4" rtl="0">
              <a:buNone/>
              <a:defRPr sz="1500">
                <a:solidFill>
                  <a:schemeClr val="accent3"/>
                </a:solidFill>
              </a:defRPr>
            </a:lvl5pPr>
            <a:lvl6pPr lvl="5" rtl="0">
              <a:buNone/>
              <a:defRPr sz="1500">
                <a:solidFill>
                  <a:schemeClr val="accent3"/>
                </a:solidFill>
              </a:defRPr>
            </a:lvl6pPr>
            <a:lvl7pPr lvl="6" rtl="0">
              <a:buNone/>
              <a:defRPr sz="1500">
                <a:solidFill>
                  <a:schemeClr val="accent3"/>
                </a:solidFill>
              </a:defRPr>
            </a:lvl7pPr>
            <a:lvl8pPr lvl="7" rtl="0">
              <a:buNone/>
              <a:defRPr sz="1500">
                <a:solidFill>
                  <a:schemeClr val="accent3"/>
                </a:solidFill>
              </a:defRPr>
            </a:lvl8pPr>
            <a:lvl9pPr lvl="8" rtl="0">
              <a:buNone/>
              <a:defRPr sz="15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80">
          <p15:clr>
            <a:srgbClr val="E46962"/>
          </p15:clr>
        </p15:guide>
        <p15:guide id="2" orient="horz" pos="480">
          <p15:clr>
            <a:srgbClr val="E46962"/>
          </p15:clr>
        </p15:guide>
        <p15:guide id="3" orient="horz" pos="1397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/>
          <p:nvPr/>
        </p:nvSpPr>
        <p:spPr>
          <a:xfrm>
            <a:off x="0" y="0"/>
            <a:ext cx="12192000" cy="217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8"/>
          <p:cNvSpPr txBox="1"/>
          <p:nvPr/>
        </p:nvSpPr>
        <p:spPr>
          <a:xfrm>
            <a:off x="8350167" y="1607927"/>
            <a:ext cx="287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9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39" name="Google Shape;239;p38"/>
          <p:cNvSpPr/>
          <p:nvPr>
            <p:ph idx="2" type="pic"/>
          </p:nvPr>
        </p:nvSpPr>
        <p:spPr>
          <a:xfrm>
            <a:off x="5220300" y="2175000"/>
            <a:ext cx="5921700" cy="401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1054867" y="2447200"/>
            <a:ext cx="2792100" cy="11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1" name="Google Shape;241;p38"/>
          <p:cNvSpPr txBox="1"/>
          <p:nvPr>
            <p:ph idx="3" type="subTitle"/>
          </p:nvPr>
        </p:nvSpPr>
        <p:spPr>
          <a:xfrm>
            <a:off x="1054867" y="696833"/>
            <a:ext cx="5224500" cy="13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Hepta Slab Medium"/>
              <a:buNone/>
              <a:defRPr sz="48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3"/>
                </a:solidFill>
              </a:defRPr>
            </a:lvl1pPr>
            <a:lvl2pPr lvl="1" rtl="0">
              <a:buNone/>
              <a:defRPr sz="1500">
                <a:solidFill>
                  <a:schemeClr val="accent3"/>
                </a:solidFill>
              </a:defRPr>
            </a:lvl2pPr>
            <a:lvl3pPr lvl="2" rtl="0">
              <a:buNone/>
              <a:defRPr sz="1500">
                <a:solidFill>
                  <a:schemeClr val="accent3"/>
                </a:solidFill>
              </a:defRPr>
            </a:lvl3pPr>
            <a:lvl4pPr lvl="3" rtl="0">
              <a:buNone/>
              <a:defRPr sz="1500">
                <a:solidFill>
                  <a:schemeClr val="accent3"/>
                </a:solidFill>
              </a:defRPr>
            </a:lvl4pPr>
            <a:lvl5pPr lvl="4" rtl="0">
              <a:buNone/>
              <a:defRPr sz="1500">
                <a:solidFill>
                  <a:schemeClr val="accent3"/>
                </a:solidFill>
              </a:defRPr>
            </a:lvl5pPr>
            <a:lvl6pPr lvl="5" rtl="0">
              <a:buNone/>
              <a:defRPr sz="1500">
                <a:solidFill>
                  <a:schemeClr val="accent3"/>
                </a:solidFill>
              </a:defRPr>
            </a:lvl6pPr>
            <a:lvl7pPr lvl="6" rtl="0">
              <a:buNone/>
              <a:defRPr sz="1500">
                <a:solidFill>
                  <a:schemeClr val="accent3"/>
                </a:solidFill>
              </a:defRPr>
            </a:lvl7pPr>
            <a:lvl8pPr lvl="7" rtl="0">
              <a:buNone/>
              <a:defRPr sz="1500">
                <a:solidFill>
                  <a:schemeClr val="accent3"/>
                </a:solidFill>
              </a:defRPr>
            </a:lvl8pPr>
            <a:lvl9pPr lvl="8" rtl="0">
              <a:buNone/>
              <a:defRPr sz="15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0" y="0"/>
            <a:ext cx="12192000" cy="217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idx="1" type="subTitle"/>
          </p:nvPr>
        </p:nvSpPr>
        <p:spPr>
          <a:xfrm>
            <a:off x="1054867" y="696833"/>
            <a:ext cx="6897600" cy="13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Hepta Slab Medium"/>
              <a:buNone/>
              <a:defRPr sz="48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6" name="Google Shape;246;p39"/>
          <p:cNvSpPr txBox="1"/>
          <p:nvPr>
            <p:ph idx="2" type="body"/>
          </p:nvPr>
        </p:nvSpPr>
        <p:spPr>
          <a:xfrm>
            <a:off x="913933" y="2907933"/>
            <a:ext cx="4772700" cy="3180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9"/>
          <p:cNvSpPr txBox="1"/>
          <p:nvPr>
            <p:ph idx="3" type="body"/>
          </p:nvPr>
        </p:nvSpPr>
        <p:spPr>
          <a:xfrm>
            <a:off x="6134770" y="2907933"/>
            <a:ext cx="4772700" cy="3180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3"/>
                </a:solidFill>
              </a:defRPr>
            </a:lvl1pPr>
            <a:lvl2pPr lvl="1" rtl="0">
              <a:buNone/>
              <a:defRPr sz="1500">
                <a:solidFill>
                  <a:schemeClr val="accent3"/>
                </a:solidFill>
              </a:defRPr>
            </a:lvl2pPr>
            <a:lvl3pPr lvl="2" rtl="0">
              <a:buNone/>
              <a:defRPr sz="1500">
                <a:solidFill>
                  <a:schemeClr val="accent3"/>
                </a:solidFill>
              </a:defRPr>
            </a:lvl3pPr>
            <a:lvl4pPr lvl="3" rtl="0">
              <a:buNone/>
              <a:defRPr sz="1500">
                <a:solidFill>
                  <a:schemeClr val="accent3"/>
                </a:solidFill>
              </a:defRPr>
            </a:lvl4pPr>
            <a:lvl5pPr lvl="4" rtl="0">
              <a:buNone/>
              <a:defRPr sz="1500">
                <a:solidFill>
                  <a:schemeClr val="accent3"/>
                </a:solidFill>
              </a:defRPr>
            </a:lvl5pPr>
            <a:lvl6pPr lvl="5" rtl="0">
              <a:buNone/>
              <a:defRPr sz="1500">
                <a:solidFill>
                  <a:schemeClr val="accent3"/>
                </a:solidFill>
              </a:defRPr>
            </a:lvl6pPr>
            <a:lvl7pPr lvl="6" rtl="0">
              <a:buNone/>
              <a:defRPr sz="1500">
                <a:solidFill>
                  <a:schemeClr val="accent3"/>
                </a:solidFill>
              </a:defRPr>
            </a:lvl7pPr>
            <a:lvl8pPr lvl="7" rtl="0">
              <a:buNone/>
              <a:defRPr sz="1500">
                <a:solidFill>
                  <a:schemeClr val="accent3"/>
                </a:solidFill>
              </a:defRPr>
            </a:lvl8pPr>
            <a:lvl9pPr lvl="8" rtl="0">
              <a:buNone/>
              <a:defRPr sz="15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/>
          <p:nvPr>
            <p:ph idx="2" type="pic"/>
          </p:nvPr>
        </p:nvSpPr>
        <p:spPr>
          <a:xfrm>
            <a:off x="1054867" y="697200"/>
            <a:ext cx="1726500" cy="25581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40"/>
          <p:cNvSpPr/>
          <p:nvPr>
            <p:ph idx="3" type="pic"/>
          </p:nvPr>
        </p:nvSpPr>
        <p:spPr>
          <a:xfrm>
            <a:off x="3140500" y="697200"/>
            <a:ext cx="1726500" cy="25581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4" type="pic"/>
          </p:nvPr>
        </p:nvSpPr>
        <p:spPr>
          <a:xfrm>
            <a:off x="5228417" y="697200"/>
            <a:ext cx="1726500" cy="25581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/>
          <p:nvPr>
            <p:ph idx="5" type="pic"/>
          </p:nvPr>
        </p:nvSpPr>
        <p:spPr>
          <a:xfrm>
            <a:off x="7322117" y="697200"/>
            <a:ext cx="1726500" cy="25581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0"/>
          <p:cNvSpPr txBox="1"/>
          <p:nvPr>
            <p:ph idx="1" type="body"/>
          </p:nvPr>
        </p:nvSpPr>
        <p:spPr>
          <a:xfrm>
            <a:off x="907800" y="4591800"/>
            <a:ext cx="4099500" cy="137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635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○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635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■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635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635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○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635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■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635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●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635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○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635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Char char="■"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6" type="body"/>
          </p:nvPr>
        </p:nvSpPr>
        <p:spPr>
          <a:xfrm>
            <a:off x="5498533" y="4591800"/>
            <a:ext cx="5373600" cy="155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7" type="body"/>
          </p:nvPr>
        </p:nvSpPr>
        <p:spPr>
          <a:xfrm>
            <a:off x="940117" y="3649694"/>
            <a:ext cx="1726500" cy="346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7" name="Google Shape;257;p40"/>
          <p:cNvSpPr txBox="1"/>
          <p:nvPr>
            <p:ph idx="8" type="body"/>
          </p:nvPr>
        </p:nvSpPr>
        <p:spPr>
          <a:xfrm>
            <a:off x="3011851" y="3649694"/>
            <a:ext cx="1726500" cy="346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8" name="Google Shape;258;p40"/>
          <p:cNvSpPr txBox="1"/>
          <p:nvPr>
            <p:ph idx="9" type="body"/>
          </p:nvPr>
        </p:nvSpPr>
        <p:spPr>
          <a:xfrm>
            <a:off x="5103351" y="3649694"/>
            <a:ext cx="1726500" cy="346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9" name="Google Shape;259;p40"/>
          <p:cNvSpPr txBox="1"/>
          <p:nvPr>
            <p:ph idx="13" type="body"/>
          </p:nvPr>
        </p:nvSpPr>
        <p:spPr>
          <a:xfrm>
            <a:off x="7193484" y="3649694"/>
            <a:ext cx="1726500" cy="346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0" name="Google Shape;260;p40"/>
          <p:cNvSpPr txBox="1"/>
          <p:nvPr>
            <p:ph idx="14" type="body"/>
          </p:nvPr>
        </p:nvSpPr>
        <p:spPr>
          <a:xfrm>
            <a:off x="940121" y="3285498"/>
            <a:ext cx="1726500" cy="3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1" name="Google Shape;261;p40"/>
          <p:cNvSpPr txBox="1"/>
          <p:nvPr>
            <p:ph idx="15" type="body"/>
          </p:nvPr>
        </p:nvSpPr>
        <p:spPr>
          <a:xfrm>
            <a:off x="3011855" y="3285498"/>
            <a:ext cx="1726500" cy="3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2" name="Google Shape;262;p40"/>
          <p:cNvSpPr txBox="1"/>
          <p:nvPr>
            <p:ph idx="16" type="body"/>
          </p:nvPr>
        </p:nvSpPr>
        <p:spPr>
          <a:xfrm>
            <a:off x="5102671" y="3285498"/>
            <a:ext cx="1726500" cy="3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3" name="Google Shape;263;p40"/>
          <p:cNvSpPr txBox="1"/>
          <p:nvPr>
            <p:ph idx="17" type="body"/>
          </p:nvPr>
        </p:nvSpPr>
        <p:spPr>
          <a:xfrm>
            <a:off x="7194838" y="3285498"/>
            <a:ext cx="1726500" cy="3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●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○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Medium"/>
              <a:buChar char="■"/>
              <a:defRPr sz="9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3"/>
                </a:solidFill>
              </a:defRPr>
            </a:lvl1pPr>
            <a:lvl2pPr lvl="1" rtl="0">
              <a:buNone/>
              <a:defRPr sz="1500">
                <a:solidFill>
                  <a:schemeClr val="accent3"/>
                </a:solidFill>
              </a:defRPr>
            </a:lvl2pPr>
            <a:lvl3pPr lvl="2" rtl="0">
              <a:buNone/>
              <a:defRPr sz="1500">
                <a:solidFill>
                  <a:schemeClr val="accent3"/>
                </a:solidFill>
              </a:defRPr>
            </a:lvl3pPr>
            <a:lvl4pPr lvl="3" rtl="0">
              <a:buNone/>
              <a:defRPr sz="1500">
                <a:solidFill>
                  <a:schemeClr val="accent3"/>
                </a:solidFill>
              </a:defRPr>
            </a:lvl4pPr>
            <a:lvl5pPr lvl="4" rtl="0">
              <a:buNone/>
              <a:defRPr sz="1500">
                <a:solidFill>
                  <a:schemeClr val="accent3"/>
                </a:solidFill>
              </a:defRPr>
            </a:lvl5pPr>
            <a:lvl6pPr lvl="5" rtl="0">
              <a:buNone/>
              <a:defRPr sz="1500">
                <a:solidFill>
                  <a:schemeClr val="accent3"/>
                </a:solidFill>
              </a:defRPr>
            </a:lvl6pPr>
            <a:lvl7pPr lvl="6" rtl="0">
              <a:buNone/>
              <a:defRPr sz="1500">
                <a:solidFill>
                  <a:schemeClr val="accent3"/>
                </a:solidFill>
              </a:defRPr>
            </a:lvl7pPr>
            <a:lvl8pPr lvl="7" rtl="0">
              <a:buNone/>
              <a:defRPr sz="1500">
                <a:solidFill>
                  <a:schemeClr val="accent3"/>
                </a:solidFill>
              </a:defRPr>
            </a:lvl8pPr>
            <a:lvl9pPr lvl="8" rtl="0">
              <a:buNone/>
              <a:defRPr sz="15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1054867" y="984033"/>
            <a:ext cx="5224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●"/>
              <a:defRPr sz="1500"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○"/>
              <a:defRPr sz="1500"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■"/>
              <a:defRPr sz="1500"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●"/>
              <a:defRPr sz="1500"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■"/>
              <a:defRPr sz="1500"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●"/>
              <a:defRPr sz="1500"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○"/>
              <a:defRPr sz="1500"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■"/>
              <a:defRPr sz="1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7" name="Google Shape;267;p41"/>
          <p:cNvSpPr txBox="1"/>
          <p:nvPr>
            <p:ph idx="2" type="subTitle"/>
          </p:nvPr>
        </p:nvSpPr>
        <p:spPr>
          <a:xfrm>
            <a:off x="1054867" y="696833"/>
            <a:ext cx="52245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3"/>
                </a:solidFill>
              </a:defRPr>
            </a:lvl1pPr>
            <a:lvl2pPr lvl="1" rtl="0">
              <a:buNone/>
              <a:defRPr sz="1500">
                <a:solidFill>
                  <a:schemeClr val="accent3"/>
                </a:solidFill>
              </a:defRPr>
            </a:lvl2pPr>
            <a:lvl3pPr lvl="2" rtl="0">
              <a:buNone/>
              <a:defRPr sz="1500">
                <a:solidFill>
                  <a:schemeClr val="accent3"/>
                </a:solidFill>
              </a:defRPr>
            </a:lvl3pPr>
            <a:lvl4pPr lvl="3" rtl="0">
              <a:buNone/>
              <a:defRPr sz="1500">
                <a:solidFill>
                  <a:schemeClr val="accent3"/>
                </a:solidFill>
              </a:defRPr>
            </a:lvl4pPr>
            <a:lvl5pPr lvl="4" rtl="0">
              <a:buNone/>
              <a:defRPr sz="1500">
                <a:solidFill>
                  <a:schemeClr val="accent3"/>
                </a:solidFill>
              </a:defRPr>
            </a:lvl5pPr>
            <a:lvl6pPr lvl="5" rtl="0">
              <a:buNone/>
              <a:defRPr sz="1500">
                <a:solidFill>
                  <a:schemeClr val="accent3"/>
                </a:solidFill>
              </a:defRPr>
            </a:lvl6pPr>
            <a:lvl7pPr lvl="6" rtl="0">
              <a:buNone/>
              <a:defRPr sz="1500">
                <a:solidFill>
                  <a:schemeClr val="accent3"/>
                </a:solidFill>
              </a:defRPr>
            </a:lvl7pPr>
            <a:lvl8pPr lvl="7" rtl="0">
              <a:buNone/>
              <a:defRPr sz="1500">
                <a:solidFill>
                  <a:schemeClr val="accent3"/>
                </a:solidFill>
              </a:defRPr>
            </a:lvl8pPr>
            <a:lvl9pPr lvl="8" rtl="0">
              <a:buNone/>
              <a:defRPr sz="15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idx="1" type="subTitle"/>
          </p:nvPr>
        </p:nvSpPr>
        <p:spPr>
          <a:xfrm>
            <a:off x="920333" y="554167"/>
            <a:ext cx="1682400" cy="36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1" name="Google Shape;271;p42"/>
          <p:cNvSpPr txBox="1"/>
          <p:nvPr>
            <p:ph idx="2" type="subTitle"/>
          </p:nvPr>
        </p:nvSpPr>
        <p:spPr>
          <a:xfrm>
            <a:off x="640560" y="387502"/>
            <a:ext cx="4789500" cy="4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72" name="Google Shape;272;p42"/>
          <p:cNvSpPr txBox="1"/>
          <p:nvPr>
            <p:ph idx="3" type="body"/>
          </p:nvPr>
        </p:nvSpPr>
        <p:spPr>
          <a:xfrm>
            <a:off x="640567" y="712367"/>
            <a:ext cx="6504300" cy="25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3" name="Google Shape;273;p42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80">
          <p15:clr>
            <a:srgbClr val="E46962"/>
          </p15:clr>
        </p15:guide>
        <p15:guide id="2" orient="horz" pos="463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965147" y="2112983"/>
            <a:ext cx="3560700" cy="42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76" name="Google Shape;276;p43"/>
          <p:cNvSpPr txBox="1"/>
          <p:nvPr>
            <p:ph idx="2" type="title"/>
          </p:nvPr>
        </p:nvSpPr>
        <p:spPr>
          <a:xfrm>
            <a:off x="965147" y="3187974"/>
            <a:ext cx="3560700" cy="42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77" name="Google Shape;277;p43"/>
          <p:cNvSpPr txBox="1"/>
          <p:nvPr>
            <p:ph idx="3" type="title"/>
          </p:nvPr>
        </p:nvSpPr>
        <p:spPr>
          <a:xfrm>
            <a:off x="965147" y="4210575"/>
            <a:ext cx="3560700" cy="42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78" name="Google Shape;278;p43"/>
          <p:cNvSpPr txBox="1"/>
          <p:nvPr>
            <p:ph idx="4" type="title"/>
          </p:nvPr>
        </p:nvSpPr>
        <p:spPr>
          <a:xfrm>
            <a:off x="965147" y="5273206"/>
            <a:ext cx="3560700" cy="42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 Medium"/>
              <a:buNone/>
              <a:defRPr sz="20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1" type="subTitle"/>
          </p:nvPr>
        </p:nvSpPr>
        <p:spPr>
          <a:xfrm>
            <a:off x="640560" y="387502"/>
            <a:ext cx="4789500" cy="4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80" name="Google Shape;280;p43"/>
          <p:cNvSpPr txBox="1"/>
          <p:nvPr>
            <p:ph idx="5" type="body"/>
          </p:nvPr>
        </p:nvSpPr>
        <p:spPr>
          <a:xfrm>
            <a:off x="640567" y="813967"/>
            <a:ext cx="6504300" cy="50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3"/>
                </a:solidFill>
              </a:defRPr>
            </a:lvl1pPr>
            <a:lvl2pPr lvl="1" rtl="0">
              <a:buNone/>
              <a:defRPr sz="1500">
                <a:solidFill>
                  <a:schemeClr val="accent3"/>
                </a:solidFill>
              </a:defRPr>
            </a:lvl2pPr>
            <a:lvl3pPr lvl="2" rtl="0">
              <a:buNone/>
              <a:defRPr sz="1500">
                <a:solidFill>
                  <a:schemeClr val="accent3"/>
                </a:solidFill>
              </a:defRPr>
            </a:lvl3pPr>
            <a:lvl4pPr lvl="3" rtl="0">
              <a:buNone/>
              <a:defRPr sz="1500">
                <a:solidFill>
                  <a:schemeClr val="accent3"/>
                </a:solidFill>
              </a:defRPr>
            </a:lvl4pPr>
            <a:lvl5pPr lvl="4" rtl="0">
              <a:buNone/>
              <a:defRPr sz="1500">
                <a:solidFill>
                  <a:schemeClr val="accent3"/>
                </a:solidFill>
              </a:defRPr>
            </a:lvl5pPr>
            <a:lvl6pPr lvl="5" rtl="0">
              <a:buNone/>
              <a:defRPr sz="1500">
                <a:solidFill>
                  <a:schemeClr val="accent3"/>
                </a:solidFill>
              </a:defRPr>
            </a:lvl6pPr>
            <a:lvl7pPr lvl="6" rtl="0">
              <a:buNone/>
              <a:defRPr sz="1500">
                <a:solidFill>
                  <a:schemeClr val="accent3"/>
                </a:solidFill>
              </a:defRPr>
            </a:lvl7pPr>
            <a:lvl8pPr lvl="7" rtl="0">
              <a:buNone/>
              <a:defRPr sz="1500">
                <a:solidFill>
                  <a:schemeClr val="accent3"/>
                </a:solidFill>
              </a:defRPr>
            </a:lvl8pPr>
            <a:lvl9pPr lvl="8" rtl="0">
              <a:buNone/>
              <a:defRPr sz="15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type="title"/>
          </p:nvPr>
        </p:nvSpPr>
        <p:spPr>
          <a:xfrm>
            <a:off x="606962" y="1761500"/>
            <a:ext cx="6792900" cy="2333100"/>
          </a:xfrm>
          <a:prstGeom prst="rect">
            <a:avLst/>
          </a:prstGeom>
          <a:noFill/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84" name="Google Shape;284;p44"/>
          <p:cNvSpPr txBox="1"/>
          <p:nvPr>
            <p:ph idx="1" type="body"/>
          </p:nvPr>
        </p:nvSpPr>
        <p:spPr>
          <a:xfrm>
            <a:off x="756038" y="6000538"/>
            <a:ext cx="1354500" cy="354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●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○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■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●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■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●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○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Barlow Medium"/>
              <a:buChar char="■"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5" name="Google Shape;285;p44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929800" y="3910067"/>
            <a:ext cx="10332300" cy="1354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100"/>
              <a:buFont typeface="Hepta Slab Medium"/>
              <a:buNone/>
              <a:defRPr sz="171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45"/>
          <p:cNvSpPr txBox="1"/>
          <p:nvPr>
            <p:ph idx="2" type="title"/>
          </p:nvPr>
        </p:nvSpPr>
        <p:spPr>
          <a:xfrm>
            <a:off x="4371000" y="1592600"/>
            <a:ext cx="3450000" cy="26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100"/>
              <a:buNone/>
              <a:defRPr sz="171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/>
          <p:nvPr/>
        </p:nvSpPr>
        <p:spPr>
          <a:xfrm>
            <a:off x="0" y="0"/>
            <a:ext cx="12192000" cy="21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6"/>
          <p:cNvSpPr txBox="1"/>
          <p:nvPr>
            <p:ph idx="1" type="subTitle"/>
          </p:nvPr>
        </p:nvSpPr>
        <p:spPr>
          <a:xfrm>
            <a:off x="1054867" y="696833"/>
            <a:ext cx="6636300" cy="14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pta Slab Medium"/>
              <a:buNone/>
              <a:defRPr sz="48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93" name="Google Shape;293;p46"/>
          <p:cNvSpPr txBox="1"/>
          <p:nvPr>
            <p:ph idx="2" type="body"/>
          </p:nvPr>
        </p:nvSpPr>
        <p:spPr>
          <a:xfrm>
            <a:off x="953267" y="2652033"/>
            <a:ext cx="3723300" cy="373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dk2"/>
                </a:solidFill>
              </a:defRPr>
            </a:lvl1pPr>
            <a:lvl2pPr lvl="1" rtl="0">
              <a:buNone/>
              <a:defRPr sz="1500">
                <a:solidFill>
                  <a:schemeClr val="dk2"/>
                </a:solidFill>
              </a:defRPr>
            </a:lvl2pPr>
            <a:lvl3pPr lvl="2" rtl="0">
              <a:buNone/>
              <a:defRPr sz="1500">
                <a:solidFill>
                  <a:schemeClr val="dk2"/>
                </a:solidFill>
              </a:defRPr>
            </a:lvl3pPr>
            <a:lvl4pPr lvl="3" rtl="0">
              <a:buNone/>
              <a:defRPr sz="1500">
                <a:solidFill>
                  <a:schemeClr val="dk2"/>
                </a:solidFill>
              </a:defRPr>
            </a:lvl4pPr>
            <a:lvl5pPr lvl="4" rtl="0">
              <a:buNone/>
              <a:defRPr sz="1500">
                <a:solidFill>
                  <a:schemeClr val="dk2"/>
                </a:solidFill>
              </a:defRPr>
            </a:lvl5pPr>
            <a:lvl6pPr lvl="5" rtl="0">
              <a:buNone/>
              <a:defRPr sz="1500">
                <a:solidFill>
                  <a:schemeClr val="dk2"/>
                </a:solidFill>
              </a:defRPr>
            </a:lvl6pPr>
            <a:lvl7pPr lvl="6" rtl="0">
              <a:buNone/>
              <a:defRPr sz="1500">
                <a:solidFill>
                  <a:schemeClr val="dk2"/>
                </a:solidFill>
              </a:defRPr>
            </a:lvl7pPr>
            <a:lvl8pPr lvl="7" rtl="0">
              <a:buNone/>
              <a:defRPr sz="1500">
                <a:solidFill>
                  <a:schemeClr val="dk2"/>
                </a:solidFill>
              </a:defRPr>
            </a:lvl8pPr>
            <a:lvl9pPr lvl="8" rtl="0">
              <a:buNone/>
              <a:defRPr sz="15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46"/>
          <p:cNvSpPr/>
          <p:nvPr/>
        </p:nvSpPr>
        <p:spPr>
          <a:xfrm>
            <a:off x="5888367" y="2635897"/>
            <a:ext cx="5393700" cy="382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6"/>
          <p:cNvSpPr/>
          <p:nvPr/>
        </p:nvSpPr>
        <p:spPr>
          <a:xfrm rot="444578">
            <a:off x="7515320" y="3334174"/>
            <a:ext cx="2007564" cy="2007189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/>
          <p:nvPr/>
        </p:nvSpPr>
        <p:spPr>
          <a:xfrm>
            <a:off x="0" y="1766567"/>
            <a:ext cx="6096000" cy="254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299" name="Google Shape;299;p47"/>
          <p:cNvSpPr/>
          <p:nvPr/>
        </p:nvSpPr>
        <p:spPr>
          <a:xfrm>
            <a:off x="0" y="4313435"/>
            <a:ext cx="6096000" cy="255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2"/>
              </a:solidFill>
            </a:endParaRPr>
          </a:p>
        </p:txBody>
      </p:sp>
      <p:sp>
        <p:nvSpPr>
          <p:cNvPr id="300" name="Google Shape;300;p47"/>
          <p:cNvSpPr/>
          <p:nvPr/>
        </p:nvSpPr>
        <p:spPr>
          <a:xfrm>
            <a:off x="6095857" y="4313435"/>
            <a:ext cx="6096000" cy="2553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</a:endParaRPr>
          </a:p>
        </p:txBody>
      </p:sp>
      <p:sp>
        <p:nvSpPr>
          <p:cNvPr id="301" name="Google Shape;301;p47"/>
          <p:cNvSpPr/>
          <p:nvPr/>
        </p:nvSpPr>
        <p:spPr>
          <a:xfrm>
            <a:off x="6095857" y="1766567"/>
            <a:ext cx="6096000" cy="254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accent5"/>
              </a:solidFill>
            </a:endParaRPr>
          </a:p>
        </p:txBody>
      </p:sp>
      <p:sp>
        <p:nvSpPr>
          <p:cNvPr id="302" name="Google Shape;302;p47"/>
          <p:cNvSpPr txBox="1"/>
          <p:nvPr>
            <p:ph idx="1" type="subTitle"/>
          </p:nvPr>
        </p:nvSpPr>
        <p:spPr>
          <a:xfrm>
            <a:off x="640560" y="387502"/>
            <a:ext cx="4789500" cy="4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03" name="Google Shape;303;p47"/>
          <p:cNvSpPr txBox="1"/>
          <p:nvPr>
            <p:ph idx="2" type="body"/>
          </p:nvPr>
        </p:nvSpPr>
        <p:spPr>
          <a:xfrm>
            <a:off x="640567" y="813967"/>
            <a:ext cx="6504300" cy="80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7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dk2"/>
                </a:solidFill>
              </a:defRPr>
            </a:lvl1pPr>
            <a:lvl2pPr lvl="1" rtl="0">
              <a:buNone/>
              <a:defRPr sz="1500">
                <a:solidFill>
                  <a:schemeClr val="dk2"/>
                </a:solidFill>
              </a:defRPr>
            </a:lvl2pPr>
            <a:lvl3pPr lvl="2" rtl="0">
              <a:buNone/>
              <a:defRPr sz="1500">
                <a:solidFill>
                  <a:schemeClr val="dk2"/>
                </a:solidFill>
              </a:defRPr>
            </a:lvl3pPr>
            <a:lvl4pPr lvl="3" rtl="0">
              <a:buNone/>
              <a:defRPr sz="1500">
                <a:solidFill>
                  <a:schemeClr val="dk2"/>
                </a:solidFill>
              </a:defRPr>
            </a:lvl4pPr>
            <a:lvl5pPr lvl="4" rtl="0">
              <a:buNone/>
              <a:defRPr sz="1500">
                <a:solidFill>
                  <a:schemeClr val="dk2"/>
                </a:solidFill>
              </a:defRPr>
            </a:lvl5pPr>
            <a:lvl6pPr lvl="5" rtl="0">
              <a:buNone/>
              <a:defRPr sz="1500">
                <a:solidFill>
                  <a:schemeClr val="dk2"/>
                </a:solidFill>
              </a:defRPr>
            </a:lvl6pPr>
            <a:lvl7pPr lvl="6" rtl="0">
              <a:buNone/>
              <a:defRPr sz="1500">
                <a:solidFill>
                  <a:schemeClr val="dk2"/>
                </a:solidFill>
              </a:defRPr>
            </a:lvl7pPr>
            <a:lvl8pPr lvl="7" rtl="0">
              <a:buNone/>
              <a:defRPr sz="1500">
                <a:solidFill>
                  <a:schemeClr val="dk2"/>
                </a:solidFill>
              </a:defRPr>
            </a:lvl8pPr>
            <a:lvl9pPr lvl="8" rtl="0">
              <a:buNone/>
              <a:defRPr sz="15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929800" y="3910067"/>
            <a:ext cx="10332300" cy="1354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7" name="Google Shape;307;p48"/>
          <p:cNvSpPr txBox="1"/>
          <p:nvPr>
            <p:ph idx="2" type="title"/>
          </p:nvPr>
        </p:nvSpPr>
        <p:spPr>
          <a:xfrm>
            <a:off x="4371000" y="1592600"/>
            <a:ext cx="3450000" cy="26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100"/>
              <a:buNone/>
              <a:defRPr sz="171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08" name="Google Shape;308;p48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/>
          <p:nvPr/>
        </p:nvSpPr>
        <p:spPr>
          <a:xfrm>
            <a:off x="0" y="0"/>
            <a:ext cx="12192000" cy="2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9"/>
          <p:cNvSpPr txBox="1"/>
          <p:nvPr>
            <p:ph idx="1" type="subTitle"/>
          </p:nvPr>
        </p:nvSpPr>
        <p:spPr>
          <a:xfrm>
            <a:off x="1054867" y="696833"/>
            <a:ext cx="7918500" cy="14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pta Slab Medium"/>
              <a:buNone/>
              <a:defRPr sz="48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2" name="Google Shape;312;p49"/>
          <p:cNvSpPr txBox="1"/>
          <p:nvPr>
            <p:ph idx="2" type="body"/>
          </p:nvPr>
        </p:nvSpPr>
        <p:spPr>
          <a:xfrm>
            <a:off x="1080100" y="2753633"/>
            <a:ext cx="10053300" cy="370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 sz="3700">
                <a:solidFill>
                  <a:schemeClr val="lt1"/>
                </a:solidFill>
              </a:defRPr>
            </a:lvl1pPr>
            <a:lvl2pPr indent="-463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 sz="3700">
                <a:solidFill>
                  <a:schemeClr val="lt1"/>
                </a:solidFill>
              </a:defRPr>
            </a:lvl2pPr>
            <a:lvl3pPr indent="-463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 sz="3700">
                <a:solidFill>
                  <a:schemeClr val="lt1"/>
                </a:solidFill>
              </a:defRPr>
            </a:lvl3pPr>
            <a:lvl4pPr indent="-463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 sz="3700">
                <a:solidFill>
                  <a:schemeClr val="lt1"/>
                </a:solidFill>
              </a:defRPr>
            </a:lvl4pPr>
            <a:lvl5pPr indent="-463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 sz="3700">
                <a:solidFill>
                  <a:schemeClr val="lt1"/>
                </a:solidFill>
              </a:defRPr>
            </a:lvl5pPr>
            <a:lvl6pPr indent="-463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 sz="3700">
                <a:solidFill>
                  <a:schemeClr val="lt1"/>
                </a:solidFill>
              </a:defRPr>
            </a:lvl6pPr>
            <a:lvl7pPr indent="-463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 sz="3700">
                <a:solidFill>
                  <a:schemeClr val="lt1"/>
                </a:solidFill>
              </a:defRPr>
            </a:lvl7pPr>
            <a:lvl8pPr indent="-463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 sz="3700">
                <a:solidFill>
                  <a:schemeClr val="lt1"/>
                </a:solidFill>
              </a:defRPr>
            </a:lvl8pPr>
            <a:lvl9pPr indent="-463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 sz="3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49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1"/>
                </a:solidFill>
              </a:defRPr>
            </a:lvl1pPr>
            <a:lvl2pPr lvl="1" rtl="0">
              <a:buNone/>
              <a:defRPr sz="1500">
                <a:solidFill>
                  <a:schemeClr val="accent1"/>
                </a:solidFill>
              </a:defRPr>
            </a:lvl2pPr>
            <a:lvl3pPr lvl="2" rtl="0">
              <a:buNone/>
              <a:defRPr sz="1500">
                <a:solidFill>
                  <a:schemeClr val="accent1"/>
                </a:solidFill>
              </a:defRPr>
            </a:lvl3pPr>
            <a:lvl4pPr lvl="3" rtl="0">
              <a:buNone/>
              <a:defRPr sz="1500">
                <a:solidFill>
                  <a:schemeClr val="accent1"/>
                </a:solidFill>
              </a:defRPr>
            </a:lvl4pPr>
            <a:lvl5pPr lvl="4" rtl="0">
              <a:buNone/>
              <a:defRPr sz="1500">
                <a:solidFill>
                  <a:schemeClr val="accent1"/>
                </a:solidFill>
              </a:defRPr>
            </a:lvl5pPr>
            <a:lvl6pPr lvl="5" rtl="0">
              <a:buNone/>
              <a:defRPr sz="1500">
                <a:solidFill>
                  <a:schemeClr val="accent1"/>
                </a:solidFill>
              </a:defRPr>
            </a:lvl6pPr>
            <a:lvl7pPr lvl="6" rtl="0">
              <a:buNone/>
              <a:defRPr sz="1500">
                <a:solidFill>
                  <a:schemeClr val="accent1"/>
                </a:solidFill>
              </a:defRPr>
            </a:lvl7pPr>
            <a:lvl8pPr lvl="7" rtl="0">
              <a:buNone/>
              <a:defRPr sz="1500">
                <a:solidFill>
                  <a:schemeClr val="accent1"/>
                </a:solidFill>
              </a:defRPr>
            </a:lvl8pPr>
            <a:lvl9pPr lvl="8" rtl="0">
              <a:buNone/>
              <a:defRPr sz="15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0"/>
          <p:cNvSpPr txBox="1"/>
          <p:nvPr>
            <p:ph idx="1" type="body"/>
          </p:nvPr>
        </p:nvSpPr>
        <p:spPr>
          <a:xfrm>
            <a:off x="6207567" y="1275567"/>
            <a:ext cx="5287200" cy="1033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365725" lIns="365725" spcFirstLastPara="1" rIns="365725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●"/>
              <a:defRPr sz="1500"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○"/>
              <a:defRPr sz="1500"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■"/>
              <a:defRPr sz="1500"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●"/>
              <a:defRPr sz="1500"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■"/>
              <a:defRPr sz="1500"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●"/>
              <a:defRPr sz="1500"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○"/>
              <a:defRPr sz="1500"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Char char="■"/>
              <a:defRPr sz="1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0"/>
          <p:cNvSpPr txBox="1"/>
          <p:nvPr>
            <p:ph idx="3" type="subTitle"/>
          </p:nvPr>
        </p:nvSpPr>
        <p:spPr>
          <a:xfrm>
            <a:off x="6207567" y="697200"/>
            <a:ext cx="5287200" cy="5904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365725" spcFirstLastPara="1" rIns="365725" wrap="square" tIns="36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8" name="Google Shape;318;p50"/>
          <p:cNvSpPr txBox="1"/>
          <p:nvPr>
            <p:ph idx="4" type="body"/>
          </p:nvPr>
        </p:nvSpPr>
        <p:spPr>
          <a:xfrm>
            <a:off x="699133" y="5526400"/>
            <a:ext cx="2078400" cy="63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82875" lIns="18287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●"/>
              <a:defRPr sz="900">
                <a:latin typeface="Barlow"/>
                <a:ea typeface="Barlow"/>
                <a:cs typeface="Barlow"/>
                <a:sym typeface="Barlow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○"/>
              <a:defRPr sz="900">
                <a:latin typeface="Barlow"/>
                <a:ea typeface="Barlow"/>
                <a:cs typeface="Barlow"/>
                <a:sym typeface="Barlow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■"/>
              <a:defRPr sz="900">
                <a:latin typeface="Barlow"/>
                <a:ea typeface="Barlow"/>
                <a:cs typeface="Barlow"/>
                <a:sym typeface="Barlow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●"/>
              <a:defRPr sz="900">
                <a:latin typeface="Barlow"/>
                <a:ea typeface="Barlow"/>
                <a:cs typeface="Barlow"/>
                <a:sym typeface="Barlow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○"/>
              <a:defRPr sz="900">
                <a:latin typeface="Barlow"/>
                <a:ea typeface="Barlow"/>
                <a:cs typeface="Barlow"/>
                <a:sym typeface="Barlow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■"/>
              <a:defRPr sz="900"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●"/>
              <a:defRPr sz="900">
                <a:latin typeface="Barlow"/>
                <a:ea typeface="Barlow"/>
                <a:cs typeface="Barlow"/>
                <a:sym typeface="Barlow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○"/>
              <a:defRPr sz="900">
                <a:latin typeface="Barlow"/>
                <a:ea typeface="Barlow"/>
                <a:cs typeface="Barlow"/>
                <a:sym typeface="Barlow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"/>
              <a:buChar char="■"/>
              <a:defRPr sz="9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9" name="Google Shape;319;p50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/>
          <p:nvPr>
            <p:ph idx="2" type="pic"/>
          </p:nvPr>
        </p:nvSpPr>
        <p:spPr>
          <a:xfrm>
            <a:off x="7314300" y="697367"/>
            <a:ext cx="4180500" cy="5463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2" name="Google Shape;322;p51"/>
          <p:cNvSpPr txBox="1"/>
          <p:nvPr>
            <p:ph type="title"/>
          </p:nvPr>
        </p:nvSpPr>
        <p:spPr>
          <a:xfrm>
            <a:off x="788588" y="522233"/>
            <a:ext cx="5863200" cy="423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3" name="Google Shape;323;p51"/>
          <p:cNvSpPr txBox="1"/>
          <p:nvPr>
            <p:ph idx="1" type="body"/>
          </p:nvPr>
        </p:nvSpPr>
        <p:spPr>
          <a:xfrm>
            <a:off x="851667" y="5884241"/>
            <a:ext cx="7382700" cy="414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■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■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■"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4" name="Google Shape;324;p51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1"/>
                </a:solidFill>
              </a:defRPr>
            </a:lvl1pPr>
            <a:lvl2pPr lvl="1" rtl="0">
              <a:buNone/>
              <a:defRPr sz="1500">
                <a:solidFill>
                  <a:schemeClr val="accent1"/>
                </a:solidFill>
              </a:defRPr>
            </a:lvl2pPr>
            <a:lvl3pPr lvl="2" rtl="0">
              <a:buNone/>
              <a:defRPr sz="1500">
                <a:solidFill>
                  <a:schemeClr val="accent1"/>
                </a:solidFill>
              </a:defRPr>
            </a:lvl3pPr>
            <a:lvl4pPr lvl="3" rtl="0">
              <a:buNone/>
              <a:defRPr sz="1500">
                <a:solidFill>
                  <a:schemeClr val="accent1"/>
                </a:solidFill>
              </a:defRPr>
            </a:lvl4pPr>
            <a:lvl5pPr lvl="4" rtl="0">
              <a:buNone/>
              <a:defRPr sz="1500">
                <a:solidFill>
                  <a:schemeClr val="accent1"/>
                </a:solidFill>
              </a:defRPr>
            </a:lvl5pPr>
            <a:lvl6pPr lvl="5" rtl="0">
              <a:buNone/>
              <a:defRPr sz="1500">
                <a:solidFill>
                  <a:schemeClr val="accent1"/>
                </a:solidFill>
              </a:defRPr>
            </a:lvl6pPr>
            <a:lvl7pPr lvl="6" rtl="0">
              <a:buNone/>
              <a:defRPr sz="1500">
                <a:solidFill>
                  <a:schemeClr val="accent1"/>
                </a:solidFill>
              </a:defRPr>
            </a:lvl7pPr>
            <a:lvl8pPr lvl="7" rtl="0">
              <a:buNone/>
              <a:defRPr sz="1500">
                <a:solidFill>
                  <a:schemeClr val="accent1"/>
                </a:solidFill>
              </a:defRPr>
            </a:lvl8pPr>
            <a:lvl9pPr lvl="8" rtl="0">
              <a:buNone/>
              <a:defRPr sz="15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>
            <p:ph idx="1" type="body"/>
          </p:nvPr>
        </p:nvSpPr>
        <p:spPr>
          <a:xfrm>
            <a:off x="7308567" y="36207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2"/>
          <p:cNvSpPr txBox="1"/>
          <p:nvPr>
            <p:ph idx="2" type="body"/>
          </p:nvPr>
        </p:nvSpPr>
        <p:spPr>
          <a:xfrm>
            <a:off x="5224533" y="36209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2"/>
          <p:cNvSpPr txBox="1"/>
          <p:nvPr>
            <p:ph idx="3" type="body"/>
          </p:nvPr>
        </p:nvSpPr>
        <p:spPr>
          <a:xfrm>
            <a:off x="3132733" y="36207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2"/>
          <p:cNvSpPr txBox="1"/>
          <p:nvPr>
            <p:ph idx="4" type="body"/>
          </p:nvPr>
        </p:nvSpPr>
        <p:spPr>
          <a:xfrm>
            <a:off x="1054867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0" name="Google Shape;330;p52"/>
          <p:cNvSpPr txBox="1"/>
          <p:nvPr>
            <p:ph idx="5" type="body"/>
          </p:nvPr>
        </p:nvSpPr>
        <p:spPr>
          <a:xfrm>
            <a:off x="1054867" y="36206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1" name="Google Shape;331;p52"/>
          <p:cNvSpPr txBox="1"/>
          <p:nvPr>
            <p:ph idx="6" type="body"/>
          </p:nvPr>
        </p:nvSpPr>
        <p:spPr>
          <a:xfrm>
            <a:off x="9392600" y="36206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32" name="Google Shape;332;p52"/>
          <p:cNvCxnSpPr/>
          <p:nvPr/>
        </p:nvCxnSpPr>
        <p:spPr>
          <a:xfrm rot="10800000">
            <a:off x="1102900" y="1975167"/>
            <a:ext cx="99861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52"/>
          <p:cNvSpPr/>
          <p:nvPr>
            <p:ph idx="7" type="pic"/>
          </p:nvPr>
        </p:nvSpPr>
        <p:spPr>
          <a:xfrm>
            <a:off x="9399500" y="697367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4" name="Google Shape;334;p52"/>
          <p:cNvSpPr/>
          <p:nvPr>
            <p:ph idx="8" type="pic"/>
          </p:nvPr>
        </p:nvSpPr>
        <p:spPr>
          <a:xfrm>
            <a:off x="1046367" y="696133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5" name="Google Shape;335;p52"/>
          <p:cNvSpPr/>
          <p:nvPr>
            <p:ph idx="9" type="pic"/>
          </p:nvPr>
        </p:nvSpPr>
        <p:spPr>
          <a:xfrm>
            <a:off x="3125267" y="698000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6" name="Google Shape;336;p52"/>
          <p:cNvSpPr/>
          <p:nvPr>
            <p:ph idx="13" type="pic"/>
          </p:nvPr>
        </p:nvSpPr>
        <p:spPr>
          <a:xfrm>
            <a:off x="5220283" y="698000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7" name="Google Shape;337;p52"/>
          <p:cNvSpPr/>
          <p:nvPr>
            <p:ph idx="14" type="pic"/>
          </p:nvPr>
        </p:nvSpPr>
        <p:spPr>
          <a:xfrm>
            <a:off x="7321300" y="698000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8" name="Google Shape;338;p52"/>
          <p:cNvSpPr txBox="1"/>
          <p:nvPr>
            <p:ph idx="15" type="body"/>
          </p:nvPr>
        </p:nvSpPr>
        <p:spPr>
          <a:xfrm>
            <a:off x="7308567" y="5483600"/>
            <a:ext cx="38367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39" name="Google Shape;339;p52"/>
          <p:cNvSpPr txBox="1"/>
          <p:nvPr>
            <p:ph idx="16" type="subTitle"/>
          </p:nvPr>
        </p:nvSpPr>
        <p:spPr>
          <a:xfrm>
            <a:off x="7308567" y="5196400"/>
            <a:ext cx="38367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40" name="Google Shape;340;p52"/>
          <p:cNvSpPr txBox="1"/>
          <p:nvPr>
            <p:ph idx="17" type="body"/>
          </p:nvPr>
        </p:nvSpPr>
        <p:spPr>
          <a:xfrm>
            <a:off x="3132667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2"/>
          <p:cNvSpPr txBox="1"/>
          <p:nvPr>
            <p:ph idx="18" type="body"/>
          </p:nvPr>
        </p:nvSpPr>
        <p:spPr>
          <a:xfrm>
            <a:off x="5220650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2" name="Google Shape;342;p52"/>
          <p:cNvSpPr txBox="1"/>
          <p:nvPr>
            <p:ph idx="19" type="body"/>
          </p:nvPr>
        </p:nvSpPr>
        <p:spPr>
          <a:xfrm>
            <a:off x="7306617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3" name="Google Shape;343;p52"/>
          <p:cNvSpPr txBox="1"/>
          <p:nvPr>
            <p:ph idx="20" type="body"/>
          </p:nvPr>
        </p:nvSpPr>
        <p:spPr>
          <a:xfrm>
            <a:off x="9396450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●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○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Barlow Medium"/>
              <a:buChar char="■"/>
              <a:defRPr sz="9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4" name="Google Shape;344;p52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1"/>
                </a:solidFill>
              </a:defRPr>
            </a:lvl1pPr>
            <a:lvl2pPr lvl="1" rtl="0">
              <a:buNone/>
              <a:defRPr sz="1500">
                <a:solidFill>
                  <a:schemeClr val="accent1"/>
                </a:solidFill>
              </a:defRPr>
            </a:lvl2pPr>
            <a:lvl3pPr lvl="2" rtl="0">
              <a:buNone/>
              <a:defRPr sz="1500">
                <a:solidFill>
                  <a:schemeClr val="accent1"/>
                </a:solidFill>
              </a:defRPr>
            </a:lvl3pPr>
            <a:lvl4pPr lvl="3" rtl="0">
              <a:buNone/>
              <a:defRPr sz="1500">
                <a:solidFill>
                  <a:schemeClr val="accent1"/>
                </a:solidFill>
              </a:defRPr>
            </a:lvl4pPr>
            <a:lvl5pPr lvl="4" rtl="0">
              <a:buNone/>
              <a:defRPr sz="1500">
                <a:solidFill>
                  <a:schemeClr val="accent1"/>
                </a:solidFill>
              </a:defRPr>
            </a:lvl5pPr>
            <a:lvl6pPr lvl="5" rtl="0">
              <a:buNone/>
              <a:defRPr sz="1500">
                <a:solidFill>
                  <a:schemeClr val="accent1"/>
                </a:solidFill>
              </a:defRPr>
            </a:lvl6pPr>
            <a:lvl7pPr lvl="6" rtl="0">
              <a:buNone/>
              <a:defRPr sz="1500">
                <a:solidFill>
                  <a:schemeClr val="accent1"/>
                </a:solidFill>
              </a:defRPr>
            </a:lvl7pPr>
            <a:lvl8pPr lvl="7" rtl="0">
              <a:buNone/>
              <a:defRPr sz="1500">
                <a:solidFill>
                  <a:schemeClr val="accent1"/>
                </a:solidFill>
              </a:defRPr>
            </a:lvl8pPr>
            <a:lvl9pPr lvl="8" rtl="0">
              <a:buNone/>
              <a:defRPr sz="15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/>
          <p:nvPr>
            <p:ph idx="1" type="body"/>
          </p:nvPr>
        </p:nvSpPr>
        <p:spPr>
          <a:xfrm>
            <a:off x="5223767" y="5366559"/>
            <a:ext cx="59217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7" name="Google Shape;347;p53"/>
          <p:cNvSpPr txBox="1"/>
          <p:nvPr>
            <p:ph idx="2" type="subTitle"/>
          </p:nvPr>
        </p:nvSpPr>
        <p:spPr>
          <a:xfrm>
            <a:off x="1044900" y="5290526"/>
            <a:ext cx="38367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Barlow ExtraLight"/>
              <a:buNone/>
              <a:defRPr sz="37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48" name="Google Shape;348;p53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1"/>
                </a:solidFill>
              </a:defRPr>
            </a:lvl1pPr>
            <a:lvl2pPr lvl="1" rtl="0">
              <a:buNone/>
              <a:defRPr sz="1500">
                <a:solidFill>
                  <a:schemeClr val="accent1"/>
                </a:solidFill>
              </a:defRPr>
            </a:lvl2pPr>
            <a:lvl3pPr lvl="2" rtl="0">
              <a:buNone/>
              <a:defRPr sz="1500">
                <a:solidFill>
                  <a:schemeClr val="accent1"/>
                </a:solidFill>
              </a:defRPr>
            </a:lvl3pPr>
            <a:lvl4pPr lvl="3" rtl="0">
              <a:buNone/>
              <a:defRPr sz="1500">
                <a:solidFill>
                  <a:schemeClr val="accent1"/>
                </a:solidFill>
              </a:defRPr>
            </a:lvl4pPr>
            <a:lvl5pPr lvl="4" rtl="0">
              <a:buNone/>
              <a:defRPr sz="1500">
                <a:solidFill>
                  <a:schemeClr val="accent1"/>
                </a:solidFill>
              </a:defRPr>
            </a:lvl5pPr>
            <a:lvl6pPr lvl="5" rtl="0">
              <a:buNone/>
              <a:defRPr sz="1500">
                <a:solidFill>
                  <a:schemeClr val="accent1"/>
                </a:solidFill>
              </a:defRPr>
            </a:lvl6pPr>
            <a:lvl7pPr lvl="6" rtl="0">
              <a:buNone/>
              <a:defRPr sz="1500">
                <a:solidFill>
                  <a:schemeClr val="accent1"/>
                </a:solidFill>
              </a:defRPr>
            </a:lvl7pPr>
            <a:lvl8pPr lvl="7" rtl="0">
              <a:buNone/>
              <a:defRPr sz="1500">
                <a:solidFill>
                  <a:schemeClr val="accent1"/>
                </a:solidFill>
              </a:defRPr>
            </a:lvl8pPr>
            <a:lvl9pPr lvl="8" rtl="0">
              <a:buNone/>
              <a:defRPr sz="15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type="title"/>
          </p:nvPr>
        </p:nvSpPr>
        <p:spPr>
          <a:xfrm>
            <a:off x="929800" y="3910067"/>
            <a:ext cx="10332300" cy="1354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0"/>
              <a:buFont typeface="Hepta Slab Medium"/>
              <a:buNone/>
              <a:defRPr sz="171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1" name="Google Shape;351;p54"/>
          <p:cNvSpPr txBox="1"/>
          <p:nvPr>
            <p:ph idx="2" type="title"/>
          </p:nvPr>
        </p:nvSpPr>
        <p:spPr>
          <a:xfrm>
            <a:off x="4371000" y="1592600"/>
            <a:ext cx="3450000" cy="26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100"/>
              <a:buNone/>
              <a:defRPr sz="171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52" name="Google Shape;352;p54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/>
          <p:nvPr/>
        </p:nvSpPr>
        <p:spPr>
          <a:xfrm rot="-5400000">
            <a:off x="5453633" y="-582100"/>
            <a:ext cx="5465700" cy="8019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</a:endParaRPr>
          </a:p>
        </p:txBody>
      </p:sp>
      <p:sp>
        <p:nvSpPr>
          <p:cNvPr id="355" name="Google Shape;355;p55"/>
          <p:cNvSpPr txBox="1"/>
          <p:nvPr>
            <p:ph idx="1" type="body"/>
          </p:nvPr>
        </p:nvSpPr>
        <p:spPr>
          <a:xfrm>
            <a:off x="5224533" y="4907700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5"/>
          <p:cNvSpPr txBox="1"/>
          <p:nvPr>
            <p:ph idx="2" type="body"/>
          </p:nvPr>
        </p:nvSpPr>
        <p:spPr>
          <a:xfrm>
            <a:off x="5224533" y="5041100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5"/>
          <p:cNvSpPr txBox="1"/>
          <p:nvPr>
            <p:ph idx="3" type="body"/>
          </p:nvPr>
        </p:nvSpPr>
        <p:spPr>
          <a:xfrm>
            <a:off x="9392600" y="4907400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5"/>
          <p:cNvSpPr txBox="1"/>
          <p:nvPr>
            <p:ph idx="4" type="body"/>
          </p:nvPr>
        </p:nvSpPr>
        <p:spPr>
          <a:xfrm>
            <a:off x="9392600" y="5040800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9" name="Google Shape;359;p55"/>
          <p:cNvSpPr/>
          <p:nvPr>
            <p:ph idx="5" type="pic"/>
          </p:nvPr>
        </p:nvSpPr>
        <p:spPr>
          <a:xfrm>
            <a:off x="9399500" y="2117500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0" name="Google Shape;360;p55"/>
          <p:cNvSpPr/>
          <p:nvPr>
            <p:ph idx="6" type="pic"/>
          </p:nvPr>
        </p:nvSpPr>
        <p:spPr>
          <a:xfrm>
            <a:off x="5220283" y="2118133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1" name="Google Shape;361;p55"/>
          <p:cNvSpPr/>
          <p:nvPr>
            <p:ph idx="7" type="pic"/>
          </p:nvPr>
        </p:nvSpPr>
        <p:spPr>
          <a:xfrm>
            <a:off x="7321300" y="2118133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2" name="Google Shape;362;p55"/>
          <p:cNvSpPr txBox="1"/>
          <p:nvPr>
            <p:ph idx="8" type="subTitle"/>
          </p:nvPr>
        </p:nvSpPr>
        <p:spPr>
          <a:xfrm>
            <a:off x="5225067" y="1379433"/>
            <a:ext cx="1742700" cy="73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Barlow ExtraLight"/>
              <a:buNone/>
              <a:defRPr sz="48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63" name="Google Shape;363;p55"/>
          <p:cNvSpPr txBox="1"/>
          <p:nvPr>
            <p:ph idx="9" type="subTitle"/>
          </p:nvPr>
        </p:nvSpPr>
        <p:spPr>
          <a:xfrm>
            <a:off x="7313033" y="1379433"/>
            <a:ext cx="1742700" cy="73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Barlow ExtraLight"/>
              <a:buNone/>
              <a:defRPr sz="48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64" name="Google Shape;364;p55"/>
          <p:cNvSpPr txBox="1"/>
          <p:nvPr>
            <p:ph idx="13" type="subTitle"/>
          </p:nvPr>
        </p:nvSpPr>
        <p:spPr>
          <a:xfrm>
            <a:off x="9401000" y="1377033"/>
            <a:ext cx="1742700" cy="73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Barlow ExtraLight"/>
              <a:buNone/>
              <a:defRPr sz="48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700"/>
              <a:buFont typeface="Barlow ExtraLight"/>
              <a:buNone/>
              <a:defRPr sz="37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65" name="Google Shape;365;p55"/>
          <p:cNvSpPr txBox="1"/>
          <p:nvPr>
            <p:ph idx="14" type="body"/>
          </p:nvPr>
        </p:nvSpPr>
        <p:spPr>
          <a:xfrm>
            <a:off x="676533" y="2437400"/>
            <a:ext cx="2848500" cy="3964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●"/>
              <a:defRPr sz="3700">
                <a:solidFill>
                  <a:schemeClr val="accent2"/>
                </a:solidFill>
              </a:defRPr>
            </a:lvl1pPr>
            <a:lvl2pPr indent="-4635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○"/>
              <a:defRPr sz="3700">
                <a:solidFill>
                  <a:schemeClr val="accent2"/>
                </a:solidFill>
              </a:defRPr>
            </a:lvl2pPr>
            <a:lvl3pPr indent="-4635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■"/>
              <a:defRPr sz="3700">
                <a:solidFill>
                  <a:schemeClr val="accent2"/>
                </a:solidFill>
              </a:defRPr>
            </a:lvl3pPr>
            <a:lvl4pPr indent="-4635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●"/>
              <a:defRPr sz="3700">
                <a:solidFill>
                  <a:schemeClr val="accent2"/>
                </a:solidFill>
              </a:defRPr>
            </a:lvl4pPr>
            <a:lvl5pPr indent="-4635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○"/>
              <a:defRPr sz="3700">
                <a:solidFill>
                  <a:schemeClr val="accent2"/>
                </a:solidFill>
              </a:defRPr>
            </a:lvl5pPr>
            <a:lvl6pPr indent="-4635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■"/>
              <a:defRPr sz="3700">
                <a:solidFill>
                  <a:schemeClr val="accent2"/>
                </a:solidFill>
              </a:defRPr>
            </a:lvl6pPr>
            <a:lvl7pPr indent="-4635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●"/>
              <a:defRPr sz="3700">
                <a:solidFill>
                  <a:schemeClr val="accent2"/>
                </a:solidFill>
              </a:defRPr>
            </a:lvl7pPr>
            <a:lvl8pPr indent="-4635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○"/>
              <a:defRPr sz="3700">
                <a:solidFill>
                  <a:schemeClr val="accent2"/>
                </a:solidFill>
              </a:defRPr>
            </a:lvl8pPr>
            <a:lvl9pPr indent="-4635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■"/>
              <a:defRPr sz="37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6" name="Google Shape;366;p55"/>
          <p:cNvSpPr txBox="1"/>
          <p:nvPr>
            <p:ph idx="15" type="body"/>
          </p:nvPr>
        </p:nvSpPr>
        <p:spPr>
          <a:xfrm>
            <a:off x="7308567" y="4907700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67" name="Google Shape;367;p55"/>
          <p:cNvSpPr txBox="1"/>
          <p:nvPr>
            <p:ph idx="16" type="body"/>
          </p:nvPr>
        </p:nvSpPr>
        <p:spPr>
          <a:xfrm>
            <a:off x="7308567" y="5041100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68" name="Google Shape;368;p55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2"/>
                </a:solidFill>
              </a:defRPr>
            </a:lvl1pPr>
            <a:lvl2pPr lvl="1" rtl="0">
              <a:buNone/>
              <a:defRPr sz="1500">
                <a:solidFill>
                  <a:schemeClr val="accent2"/>
                </a:solidFill>
              </a:defRPr>
            </a:lvl2pPr>
            <a:lvl3pPr lvl="2" rtl="0">
              <a:buNone/>
              <a:defRPr sz="1500">
                <a:solidFill>
                  <a:schemeClr val="accent2"/>
                </a:solidFill>
              </a:defRPr>
            </a:lvl3pPr>
            <a:lvl4pPr lvl="3" rtl="0">
              <a:buNone/>
              <a:defRPr sz="1500">
                <a:solidFill>
                  <a:schemeClr val="accent2"/>
                </a:solidFill>
              </a:defRPr>
            </a:lvl4pPr>
            <a:lvl5pPr lvl="4" rtl="0">
              <a:buNone/>
              <a:defRPr sz="1500">
                <a:solidFill>
                  <a:schemeClr val="accent2"/>
                </a:solidFill>
              </a:defRPr>
            </a:lvl5pPr>
            <a:lvl6pPr lvl="5" rtl="0">
              <a:buNone/>
              <a:defRPr sz="1500">
                <a:solidFill>
                  <a:schemeClr val="accent2"/>
                </a:solidFill>
              </a:defRPr>
            </a:lvl6pPr>
            <a:lvl7pPr lvl="6" rtl="0">
              <a:buNone/>
              <a:defRPr sz="1500">
                <a:solidFill>
                  <a:schemeClr val="accent2"/>
                </a:solidFill>
              </a:defRPr>
            </a:lvl7pPr>
            <a:lvl8pPr lvl="7" rtl="0">
              <a:buNone/>
              <a:defRPr sz="1500">
                <a:solidFill>
                  <a:schemeClr val="accent2"/>
                </a:solidFill>
              </a:defRPr>
            </a:lvl8pPr>
            <a:lvl9pPr lvl="8" rtl="0">
              <a:buNone/>
              <a:defRPr sz="15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6">
          <p15:clr>
            <a:srgbClr val="E46962"/>
          </p15:clr>
        </p15:guide>
        <p15:guide id="2" orient="horz" pos="2784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"/>
          <p:cNvSpPr txBox="1"/>
          <p:nvPr>
            <p:ph idx="1" type="body"/>
          </p:nvPr>
        </p:nvSpPr>
        <p:spPr>
          <a:xfrm>
            <a:off x="1054867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71" name="Google Shape;371;p56"/>
          <p:cNvSpPr txBox="1"/>
          <p:nvPr>
            <p:ph idx="2" type="body"/>
          </p:nvPr>
        </p:nvSpPr>
        <p:spPr>
          <a:xfrm>
            <a:off x="1054867" y="36206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72" name="Google Shape;372;p56"/>
          <p:cNvCxnSpPr/>
          <p:nvPr/>
        </p:nvCxnSpPr>
        <p:spPr>
          <a:xfrm rot="10800000">
            <a:off x="1102900" y="1975167"/>
            <a:ext cx="99861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56"/>
          <p:cNvSpPr/>
          <p:nvPr>
            <p:ph idx="3" type="pic"/>
          </p:nvPr>
        </p:nvSpPr>
        <p:spPr>
          <a:xfrm>
            <a:off x="9399500" y="697367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4" name="Google Shape;374;p56"/>
          <p:cNvSpPr/>
          <p:nvPr>
            <p:ph idx="4" type="pic"/>
          </p:nvPr>
        </p:nvSpPr>
        <p:spPr>
          <a:xfrm>
            <a:off x="1046367" y="696133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5" name="Google Shape;375;p56"/>
          <p:cNvSpPr/>
          <p:nvPr>
            <p:ph idx="5" type="pic"/>
          </p:nvPr>
        </p:nvSpPr>
        <p:spPr>
          <a:xfrm>
            <a:off x="3125267" y="698000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6" name="Google Shape;376;p56"/>
          <p:cNvSpPr/>
          <p:nvPr>
            <p:ph idx="6" type="pic"/>
          </p:nvPr>
        </p:nvSpPr>
        <p:spPr>
          <a:xfrm>
            <a:off x="5220283" y="698000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7" name="Google Shape;377;p56"/>
          <p:cNvSpPr/>
          <p:nvPr>
            <p:ph idx="7" type="pic"/>
          </p:nvPr>
        </p:nvSpPr>
        <p:spPr>
          <a:xfrm>
            <a:off x="7321300" y="698000"/>
            <a:ext cx="1741200" cy="255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8" name="Google Shape;378;p56"/>
          <p:cNvSpPr txBox="1"/>
          <p:nvPr>
            <p:ph idx="8" type="body"/>
          </p:nvPr>
        </p:nvSpPr>
        <p:spPr>
          <a:xfrm>
            <a:off x="7308567" y="5483600"/>
            <a:ext cx="38367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79" name="Google Shape;379;p56"/>
          <p:cNvSpPr txBox="1"/>
          <p:nvPr>
            <p:ph idx="9" type="subTitle"/>
          </p:nvPr>
        </p:nvSpPr>
        <p:spPr>
          <a:xfrm>
            <a:off x="7308567" y="5196400"/>
            <a:ext cx="38367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80" name="Google Shape;380;p56"/>
          <p:cNvSpPr txBox="1"/>
          <p:nvPr>
            <p:ph idx="13" type="body"/>
          </p:nvPr>
        </p:nvSpPr>
        <p:spPr>
          <a:xfrm>
            <a:off x="3132667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1" name="Google Shape;381;p56"/>
          <p:cNvSpPr txBox="1"/>
          <p:nvPr>
            <p:ph idx="14" type="body"/>
          </p:nvPr>
        </p:nvSpPr>
        <p:spPr>
          <a:xfrm>
            <a:off x="3132667" y="36206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2" name="Google Shape;382;p56"/>
          <p:cNvSpPr txBox="1"/>
          <p:nvPr>
            <p:ph idx="15" type="body"/>
          </p:nvPr>
        </p:nvSpPr>
        <p:spPr>
          <a:xfrm>
            <a:off x="5210467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3" name="Google Shape;383;p56"/>
          <p:cNvSpPr txBox="1"/>
          <p:nvPr>
            <p:ph idx="16" type="body"/>
          </p:nvPr>
        </p:nvSpPr>
        <p:spPr>
          <a:xfrm>
            <a:off x="5210467" y="36206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4" name="Google Shape;384;p56"/>
          <p:cNvSpPr txBox="1"/>
          <p:nvPr>
            <p:ph idx="17" type="body"/>
          </p:nvPr>
        </p:nvSpPr>
        <p:spPr>
          <a:xfrm>
            <a:off x="7328700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5" name="Google Shape;385;p56"/>
          <p:cNvSpPr txBox="1"/>
          <p:nvPr>
            <p:ph idx="18" type="body"/>
          </p:nvPr>
        </p:nvSpPr>
        <p:spPr>
          <a:xfrm>
            <a:off x="7328700" y="36206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6" name="Google Shape;386;p56"/>
          <p:cNvSpPr txBox="1"/>
          <p:nvPr>
            <p:ph idx="19" type="body"/>
          </p:nvPr>
        </p:nvSpPr>
        <p:spPr>
          <a:xfrm>
            <a:off x="9446933" y="3487267"/>
            <a:ext cx="1726500" cy="1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●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○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Barlow Medium"/>
              <a:buChar char="■"/>
              <a:defRPr sz="9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7" name="Google Shape;387;p56"/>
          <p:cNvSpPr txBox="1"/>
          <p:nvPr>
            <p:ph idx="20" type="body"/>
          </p:nvPr>
        </p:nvSpPr>
        <p:spPr>
          <a:xfrm>
            <a:off x="9446933" y="3620667"/>
            <a:ext cx="1726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●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○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 Medium"/>
              <a:buChar char="■"/>
              <a:defRPr sz="9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8" name="Google Shape;388;p56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2"/>
                </a:solidFill>
              </a:defRPr>
            </a:lvl1pPr>
            <a:lvl2pPr lvl="1" rtl="0">
              <a:buNone/>
              <a:defRPr sz="1500">
                <a:solidFill>
                  <a:schemeClr val="accent2"/>
                </a:solidFill>
              </a:defRPr>
            </a:lvl2pPr>
            <a:lvl3pPr lvl="2" rtl="0">
              <a:buNone/>
              <a:defRPr sz="1500">
                <a:solidFill>
                  <a:schemeClr val="accent2"/>
                </a:solidFill>
              </a:defRPr>
            </a:lvl3pPr>
            <a:lvl4pPr lvl="3" rtl="0">
              <a:buNone/>
              <a:defRPr sz="1500">
                <a:solidFill>
                  <a:schemeClr val="accent2"/>
                </a:solidFill>
              </a:defRPr>
            </a:lvl4pPr>
            <a:lvl5pPr lvl="4" rtl="0">
              <a:buNone/>
              <a:defRPr sz="1500">
                <a:solidFill>
                  <a:schemeClr val="accent2"/>
                </a:solidFill>
              </a:defRPr>
            </a:lvl5pPr>
            <a:lvl6pPr lvl="5" rtl="0">
              <a:buNone/>
              <a:defRPr sz="1500">
                <a:solidFill>
                  <a:schemeClr val="accent2"/>
                </a:solidFill>
              </a:defRPr>
            </a:lvl6pPr>
            <a:lvl7pPr lvl="6" rtl="0">
              <a:buNone/>
              <a:defRPr sz="1500">
                <a:solidFill>
                  <a:schemeClr val="accent2"/>
                </a:solidFill>
              </a:defRPr>
            </a:lvl7pPr>
            <a:lvl8pPr lvl="7" rtl="0">
              <a:buNone/>
              <a:defRPr sz="1500">
                <a:solidFill>
                  <a:schemeClr val="accent2"/>
                </a:solidFill>
              </a:defRPr>
            </a:lvl8pPr>
            <a:lvl9pPr lvl="8" rtl="0">
              <a:buNone/>
              <a:defRPr sz="15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 txBox="1"/>
          <p:nvPr>
            <p:ph idx="1" type="body"/>
          </p:nvPr>
        </p:nvSpPr>
        <p:spPr>
          <a:xfrm>
            <a:off x="4177333" y="685700"/>
            <a:ext cx="51876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91" name="Google Shape;391;p57"/>
          <p:cNvSpPr txBox="1"/>
          <p:nvPr>
            <p:ph idx="2" type="body"/>
          </p:nvPr>
        </p:nvSpPr>
        <p:spPr>
          <a:xfrm>
            <a:off x="876905" y="581593"/>
            <a:ext cx="3038400" cy="264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635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●"/>
              <a:defRPr sz="3700">
                <a:solidFill>
                  <a:schemeClr val="accent2"/>
                </a:solidFill>
              </a:defRPr>
            </a:lvl1pPr>
            <a:lvl2pPr indent="-4635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○"/>
              <a:defRPr sz="3700">
                <a:solidFill>
                  <a:schemeClr val="accent2"/>
                </a:solidFill>
              </a:defRPr>
            </a:lvl2pPr>
            <a:lvl3pPr indent="-4635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■"/>
              <a:defRPr sz="3700">
                <a:solidFill>
                  <a:schemeClr val="accent2"/>
                </a:solidFill>
              </a:defRPr>
            </a:lvl3pPr>
            <a:lvl4pPr indent="-4635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●"/>
              <a:defRPr sz="3700">
                <a:solidFill>
                  <a:schemeClr val="accent2"/>
                </a:solidFill>
              </a:defRPr>
            </a:lvl4pPr>
            <a:lvl5pPr indent="-4635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○"/>
              <a:defRPr sz="3700">
                <a:solidFill>
                  <a:schemeClr val="accent2"/>
                </a:solidFill>
              </a:defRPr>
            </a:lvl5pPr>
            <a:lvl6pPr indent="-4635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■"/>
              <a:defRPr sz="3700">
                <a:solidFill>
                  <a:schemeClr val="accent2"/>
                </a:solidFill>
              </a:defRPr>
            </a:lvl6pPr>
            <a:lvl7pPr indent="-4635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●"/>
              <a:defRPr sz="3700">
                <a:solidFill>
                  <a:schemeClr val="accent2"/>
                </a:solidFill>
              </a:defRPr>
            </a:lvl7pPr>
            <a:lvl8pPr indent="-4635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○"/>
              <a:defRPr sz="3700">
                <a:solidFill>
                  <a:schemeClr val="accent2"/>
                </a:solidFill>
              </a:defRPr>
            </a:lvl8pPr>
            <a:lvl9pPr indent="-4635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Char char="■"/>
              <a:defRPr sz="37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92" name="Google Shape;392;p57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2"/>
                </a:solidFill>
              </a:defRPr>
            </a:lvl1pPr>
            <a:lvl2pPr lvl="1" rtl="0">
              <a:buNone/>
              <a:defRPr sz="1500">
                <a:solidFill>
                  <a:schemeClr val="accent2"/>
                </a:solidFill>
              </a:defRPr>
            </a:lvl2pPr>
            <a:lvl3pPr lvl="2" rtl="0">
              <a:buNone/>
              <a:defRPr sz="1500">
                <a:solidFill>
                  <a:schemeClr val="accent2"/>
                </a:solidFill>
              </a:defRPr>
            </a:lvl3pPr>
            <a:lvl4pPr lvl="3" rtl="0">
              <a:buNone/>
              <a:defRPr sz="1500">
                <a:solidFill>
                  <a:schemeClr val="accent2"/>
                </a:solidFill>
              </a:defRPr>
            </a:lvl4pPr>
            <a:lvl5pPr lvl="4" rtl="0">
              <a:buNone/>
              <a:defRPr sz="1500">
                <a:solidFill>
                  <a:schemeClr val="accent2"/>
                </a:solidFill>
              </a:defRPr>
            </a:lvl5pPr>
            <a:lvl6pPr lvl="5" rtl="0">
              <a:buNone/>
              <a:defRPr sz="1500">
                <a:solidFill>
                  <a:schemeClr val="accent2"/>
                </a:solidFill>
              </a:defRPr>
            </a:lvl6pPr>
            <a:lvl7pPr lvl="6" rtl="0">
              <a:buNone/>
              <a:defRPr sz="1500">
                <a:solidFill>
                  <a:schemeClr val="accent2"/>
                </a:solidFill>
              </a:defRPr>
            </a:lvl7pPr>
            <a:lvl8pPr lvl="7" rtl="0">
              <a:buNone/>
              <a:defRPr sz="1500">
                <a:solidFill>
                  <a:schemeClr val="accent2"/>
                </a:solidFill>
              </a:defRPr>
            </a:lvl8pPr>
            <a:lvl9pPr lvl="8" rtl="0">
              <a:buNone/>
              <a:defRPr sz="15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58">
          <p15:clr>
            <a:srgbClr val="E46962"/>
          </p15:clr>
        </p15:guide>
        <p15:guide id="2" orient="horz" pos="672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/>
          <p:nvPr>
            <p:ph idx="1" type="body"/>
          </p:nvPr>
        </p:nvSpPr>
        <p:spPr>
          <a:xfrm>
            <a:off x="759633" y="4580400"/>
            <a:ext cx="3845700" cy="158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■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95" name="Google Shape;395;p58"/>
          <p:cNvSpPr txBox="1"/>
          <p:nvPr>
            <p:ph idx="2" type="subTitle"/>
          </p:nvPr>
        </p:nvSpPr>
        <p:spPr>
          <a:xfrm>
            <a:off x="622402" y="593467"/>
            <a:ext cx="3204900" cy="71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96" name="Google Shape;396;p58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 sz="1500">
                <a:solidFill>
                  <a:schemeClr val="accent2"/>
                </a:solidFill>
              </a:defRPr>
            </a:lvl1pPr>
            <a:lvl2pPr lvl="1" rtl="0">
              <a:buNone/>
              <a:defRPr sz="1500">
                <a:solidFill>
                  <a:schemeClr val="accent2"/>
                </a:solidFill>
              </a:defRPr>
            </a:lvl2pPr>
            <a:lvl3pPr lvl="2" rtl="0">
              <a:buNone/>
              <a:defRPr sz="1500">
                <a:solidFill>
                  <a:schemeClr val="accent2"/>
                </a:solidFill>
              </a:defRPr>
            </a:lvl3pPr>
            <a:lvl4pPr lvl="3" rtl="0">
              <a:buNone/>
              <a:defRPr sz="1500">
                <a:solidFill>
                  <a:schemeClr val="accent2"/>
                </a:solidFill>
              </a:defRPr>
            </a:lvl4pPr>
            <a:lvl5pPr lvl="4" rtl="0">
              <a:buNone/>
              <a:defRPr sz="1500">
                <a:solidFill>
                  <a:schemeClr val="accent2"/>
                </a:solidFill>
              </a:defRPr>
            </a:lvl5pPr>
            <a:lvl6pPr lvl="5" rtl="0">
              <a:buNone/>
              <a:defRPr sz="1500">
                <a:solidFill>
                  <a:schemeClr val="accent2"/>
                </a:solidFill>
              </a:defRPr>
            </a:lvl6pPr>
            <a:lvl7pPr lvl="6" rtl="0">
              <a:buNone/>
              <a:defRPr sz="1500">
                <a:solidFill>
                  <a:schemeClr val="accent2"/>
                </a:solidFill>
              </a:defRPr>
            </a:lvl7pPr>
            <a:lvl8pPr lvl="7" rtl="0">
              <a:buNone/>
              <a:defRPr sz="1500">
                <a:solidFill>
                  <a:schemeClr val="accent2"/>
                </a:solidFill>
              </a:defRPr>
            </a:lvl8pPr>
            <a:lvl9pPr lvl="8" rtl="0">
              <a:buNone/>
              <a:defRPr sz="15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4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13267" y="400167"/>
            <a:ext cx="111384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Hepta Slab"/>
              <a:buNone/>
              <a:defRPr sz="48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Hepta Slab"/>
              <a:buNone/>
              <a:defRPr sz="1900"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715433" y="3568033"/>
            <a:ext cx="70341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 Light"/>
              <a:buChar char="○"/>
              <a:defRPr sz="1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Light"/>
              <a:buChar char="■"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●"/>
              <a:defRPr sz="16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○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■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7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11" Type="http://schemas.openxmlformats.org/officeDocument/2006/relationships/image" Target="../media/image5.png"/><Relationship Id="rId10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9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38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0.png"/><Relationship Id="rId5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9" Type="http://schemas.openxmlformats.org/officeDocument/2006/relationships/image" Target="../media/image49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28.png"/><Relationship Id="rId8" Type="http://schemas.openxmlformats.org/officeDocument/2006/relationships/image" Target="../media/image43.png"/><Relationship Id="rId11" Type="http://schemas.openxmlformats.org/officeDocument/2006/relationships/image" Target="../media/image47.png"/><Relationship Id="rId10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Relationship Id="rId6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8.png"/><Relationship Id="rId5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4.png"/><Relationship Id="rId4" Type="http://schemas.openxmlformats.org/officeDocument/2006/relationships/image" Target="../media/image46.png"/><Relationship Id="rId9" Type="http://schemas.openxmlformats.org/officeDocument/2006/relationships/image" Target="../media/image61.png"/><Relationship Id="rId5" Type="http://schemas.openxmlformats.org/officeDocument/2006/relationships/image" Target="../media/image54.png"/><Relationship Id="rId6" Type="http://schemas.openxmlformats.org/officeDocument/2006/relationships/image" Target="../media/image52.png"/><Relationship Id="rId7" Type="http://schemas.openxmlformats.org/officeDocument/2006/relationships/image" Target="../media/image60.png"/><Relationship Id="rId8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55.png"/><Relationship Id="rId5" Type="http://schemas.openxmlformats.org/officeDocument/2006/relationships/image" Target="../media/image65.png"/><Relationship Id="rId6" Type="http://schemas.openxmlformats.org/officeDocument/2006/relationships/image" Target="../media/image53.png"/><Relationship Id="rId7" Type="http://schemas.openxmlformats.org/officeDocument/2006/relationships/image" Target="../media/image59.png"/><Relationship Id="rId8" Type="http://schemas.openxmlformats.org/officeDocument/2006/relationships/image" Target="../media/image5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7.png"/><Relationship Id="rId5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hyperlink" Target="https://doi.org/10.1016/j.acalib.2015.03.014" TargetMode="External"/><Relationship Id="rId5" Type="http://schemas.openxmlformats.org/officeDocument/2006/relationships/hyperlink" Target="https://www.mdpi.com/2075-5309/12/5/68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9"/>
          <p:cNvSpPr txBox="1"/>
          <p:nvPr/>
        </p:nvSpPr>
        <p:spPr>
          <a:xfrm>
            <a:off x="2495550" y="2562225"/>
            <a:ext cx="72009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Library</a:t>
            </a:r>
            <a:endParaRPr/>
          </a:p>
        </p:txBody>
      </p:sp>
      <p:sp>
        <p:nvSpPr>
          <p:cNvPr id="403" name="Google Shape;403;p59"/>
          <p:cNvSpPr txBox="1"/>
          <p:nvPr/>
        </p:nvSpPr>
        <p:spPr>
          <a:xfrm>
            <a:off x="2667000" y="3762375"/>
            <a:ext cx="6858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IoT System for Environmental Monitoring and Occupancy Analysis</a:t>
            </a:r>
            <a:endParaRPr sz="1600"/>
          </a:p>
        </p:txBody>
      </p:sp>
      <p:sp>
        <p:nvSpPr>
          <p:cNvPr id="404" name="Google Shape;404;p59"/>
          <p:cNvSpPr txBox="1"/>
          <p:nvPr/>
        </p:nvSpPr>
        <p:spPr>
          <a:xfrm>
            <a:off x="6745650" y="5721525"/>
            <a:ext cx="508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Prepared by: -  Moeez Ahmed and Mintesnot Nigusu YIMER</a:t>
            </a:r>
            <a:endParaRPr i="1" sz="1200"/>
          </a:p>
        </p:txBody>
      </p:sp>
      <p:sp>
        <p:nvSpPr>
          <p:cNvPr id="405" name="Google Shape;405;p5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idx="1" type="subTitle"/>
          </p:nvPr>
        </p:nvSpPr>
        <p:spPr>
          <a:xfrm>
            <a:off x="633433" y="412300"/>
            <a:ext cx="4873500" cy="47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AGENDA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1" name="Google Shape;411;p60"/>
          <p:cNvSpPr txBox="1"/>
          <p:nvPr>
            <p:ph idx="2" type="body"/>
          </p:nvPr>
        </p:nvSpPr>
        <p:spPr>
          <a:xfrm>
            <a:off x="1049729" y="1307405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     </a:t>
            </a:r>
            <a:r>
              <a:rPr lang="en-US">
                <a:solidFill>
                  <a:srgbClr val="10B981"/>
                </a:solidFill>
              </a:rPr>
              <a:t>01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2" name="Google Shape;412;p60"/>
          <p:cNvSpPr txBox="1"/>
          <p:nvPr>
            <p:ph idx="3" type="subTitle"/>
          </p:nvPr>
        </p:nvSpPr>
        <p:spPr>
          <a:xfrm>
            <a:off x="2265628" y="1307039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project</a:t>
            </a:r>
            <a:r>
              <a:rPr lang="en-US">
                <a:solidFill>
                  <a:srgbClr val="10B981"/>
                </a:solidFill>
              </a:rPr>
              <a:t> Goal &amp; Justification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3" name="Google Shape;413;p60"/>
          <p:cNvSpPr txBox="1"/>
          <p:nvPr>
            <p:ph idx="5" type="body"/>
          </p:nvPr>
        </p:nvSpPr>
        <p:spPr>
          <a:xfrm>
            <a:off x="1049725" y="2471200"/>
            <a:ext cx="1234800" cy="112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02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4" name="Google Shape;414;p60"/>
          <p:cNvSpPr txBox="1"/>
          <p:nvPr>
            <p:ph idx="6" type="subTitle"/>
          </p:nvPr>
        </p:nvSpPr>
        <p:spPr>
          <a:xfrm>
            <a:off x="2265625" y="2438499"/>
            <a:ext cx="3149700" cy="98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UN Sustainable Development Goals (SDGs)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5" name="Google Shape;415;p60"/>
          <p:cNvSpPr txBox="1"/>
          <p:nvPr>
            <p:ph idx="8" type="body"/>
          </p:nvPr>
        </p:nvSpPr>
        <p:spPr>
          <a:xfrm>
            <a:off x="1049725" y="3800125"/>
            <a:ext cx="1234800" cy="75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03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6" name="Google Shape;416;p60"/>
          <p:cNvSpPr txBox="1"/>
          <p:nvPr>
            <p:ph idx="9" type="subTitle"/>
          </p:nvPr>
        </p:nvSpPr>
        <p:spPr>
          <a:xfrm>
            <a:off x="2265625" y="3799749"/>
            <a:ext cx="3149700" cy="885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Users and Their Stories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7" name="Google Shape;417;p60"/>
          <p:cNvSpPr txBox="1"/>
          <p:nvPr>
            <p:ph idx="14" type="body"/>
          </p:nvPr>
        </p:nvSpPr>
        <p:spPr>
          <a:xfrm>
            <a:off x="6430374" y="1307405"/>
            <a:ext cx="12348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05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8" name="Google Shape;418;p60"/>
          <p:cNvSpPr txBox="1"/>
          <p:nvPr>
            <p:ph idx="15" type="subTitle"/>
          </p:nvPr>
        </p:nvSpPr>
        <p:spPr>
          <a:xfrm>
            <a:off x="7646273" y="1307039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>
                <a:solidFill>
                  <a:srgbClr val="10B981"/>
                </a:solidFill>
              </a:rPr>
              <a:t>Technologies Used</a:t>
            </a:r>
            <a:endParaRPr>
              <a:solidFill>
                <a:srgbClr val="10B98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19" name="Google Shape;419;p60"/>
          <p:cNvSpPr txBox="1"/>
          <p:nvPr>
            <p:ph idx="17" type="body"/>
          </p:nvPr>
        </p:nvSpPr>
        <p:spPr>
          <a:xfrm>
            <a:off x="6430375" y="2465800"/>
            <a:ext cx="1234800" cy="75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06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0" name="Google Shape;420;p60"/>
          <p:cNvSpPr txBox="1"/>
          <p:nvPr>
            <p:ph idx="18" type="subTitle"/>
          </p:nvPr>
        </p:nvSpPr>
        <p:spPr>
          <a:xfrm>
            <a:off x="7646273" y="3772126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Ecodesign Evaluation 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1" name="Google Shape;421;p60"/>
          <p:cNvSpPr txBox="1"/>
          <p:nvPr>
            <p:ph idx="18" type="subTitle"/>
          </p:nvPr>
        </p:nvSpPr>
        <p:spPr>
          <a:xfrm>
            <a:off x="7646275" y="2528475"/>
            <a:ext cx="3149700" cy="75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System Architecture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2" name="Google Shape;422;p60"/>
          <p:cNvSpPr txBox="1"/>
          <p:nvPr>
            <p:ph idx="18" type="subTitle"/>
          </p:nvPr>
        </p:nvSpPr>
        <p:spPr>
          <a:xfrm>
            <a:off x="7646275" y="4764378"/>
            <a:ext cx="3149700" cy="75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Opportunities for Improvement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3" name="Google Shape;423;p60"/>
          <p:cNvSpPr txBox="1"/>
          <p:nvPr>
            <p:ph idx="18" type="subTitle"/>
          </p:nvPr>
        </p:nvSpPr>
        <p:spPr>
          <a:xfrm>
            <a:off x="2265623" y="4890088"/>
            <a:ext cx="3149700" cy="6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>
                <a:solidFill>
                  <a:srgbClr val="10B981"/>
                </a:solidFill>
              </a:rPr>
              <a:t>Project Management Approach</a:t>
            </a:r>
            <a:endParaRPr>
              <a:solidFill>
                <a:srgbClr val="10B98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4" name="Google Shape;424;p60"/>
          <p:cNvSpPr txBox="1"/>
          <p:nvPr>
            <p:ph idx="17" type="body"/>
          </p:nvPr>
        </p:nvSpPr>
        <p:spPr>
          <a:xfrm>
            <a:off x="1049725" y="4890100"/>
            <a:ext cx="1234800" cy="75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04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5" name="Google Shape;425;p60"/>
          <p:cNvSpPr txBox="1"/>
          <p:nvPr>
            <p:ph idx="17" type="body"/>
          </p:nvPr>
        </p:nvSpPr>
        <p:spPr>
          <a:xfrm>
            <a:off x="6582775" y="4781650"/>
            <a:ext cx="1234800" cy="885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  </a:t>
            </a:r>
            <a:r>
              <a:rPr lang="en-US">
                <a:solidFill>
                  <a:srgbClr val="10B981"/>
                </a:solidFill>
              </a:rPr>
              <a:t>08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6" name="Google Shape;426;p60"/>
          <p:cNvSpPr txBox="1"/>
          <p:nvPr>
            <p:ph idx="17" type="body"/>
          </p:nvPr>
        </p:nvSpPr>
        <p:spPr>
          <a:xfrm>
            <a:off x="6430375" y="3749900"/>
            <a:ext cx="1234800" cy="75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0B981"/>
                </a:solidFill>
              </a:rPr>
              <a:t>07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427" name="Google Shape;427;p60"/>
          <p:cNvSpPr txBox="1"/>
          <p:nvPr>
            <p:ph idx="12" type="sldNum"/>
          </p:nvPr>
        </p:nvSpPr>
        <p:spPr>
          <a:xfrm>
            <a:off x="11320705" y="334438"/>
            <a:ext cx="465300" cy="2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1725"/>
            <a:ext cx="2547925" cy="338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75" y="2721725"/>
            <a:ext cx="2547950" cy="332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21725"/>
            <a:ext cx="2547925" cy="332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50" y="2721725"/>
            <a:ext cx="2547950" cy="33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1"/>
          <p:cNvSpPr txBox="1"/>
          <p:nvPr/>
        </p:nvSpPr>
        <p:spPr>
          <a:xfrm>
            <a:off x="755825" y="3607123"/>
            <a:ext cx="205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Lighting levels</a:t>
            </a:r>
            <a:endParaRPr sz="2200"/>
          </a:p>
        </p:txBody>
      </p:sp>
      <p:sp>
        <p:nvSpPr>
          <p:cNvPr id="438" name="Google Shape;438;p61"/>
          <p:cNvSpPr txBox="1"/>
          <p:nvPr/>
        </p:nvSpPr>
        <p:spPr>
          <a:xfrm>
            <a:off x="915600" y="4268525"/>
            <a:ext cx="195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Affect students’ mood and ability to stay focused.</a:t>
            </a:r>
            <a:endParaRPr/>
          </a:p>
        </p:txBody>
      </p:sp>
      <p:sp>
        <p:nvSpPr>
          <p:cNvPr id="439" name="Google Shape;439;p61"/>
          <p:cNvSpPr txBox="1"/>
          <p:nvPr/>
        </p:nvSpPr>
        <p:spPr>
          <a:xfrm>
            <a:off x="3651500" y="3612519"/>
            <a:ext cx="205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Noise levels</a:t>
            </a:r>
            <a:endParaRPr sz="2200"/>
          </a:p>
        </p:txBody>
      </p:sp>
      <p:sp>
        <p:nvSpPr>
          <p:cNvPr id="440" name="Google Shape;440;p61"/>
          <p:cNvSpPr txBox="1"/>
          <p:nvPr/>
        </p:nvSpPr>
        <p:spPr>
          <a:xfrm>
            <a:off x="3700400" y="4211451"/>
            <a:ext cx="1957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Are one of the main factors students consider when choosing where to study.</a:t>
            </a:r>
            <a:endParaRPr/>
          </a:p>
        </p:txBody>
      </p:sp>
      <p:sp>
        <p:nvSpPr>
          <p:cNvPr id="441" name="Google Shape;441;p61"/>
          <p:cNvSpPr txBox="1"/>
          <p:nvPr/>
        </p:nvSpPr>
        <p:spPr>
          <a:xfrm>
            <a:off x="6485177" y="3612537"/>
            <a:ext cx="205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Air quality</a:t>
            </a:r>
            <a:endParaRPr sz="2200"/>
          </a:p>
        </p:txBody>
      </p:sp>
      <p:sp>
        <p:nvSpPr>
          <p:cNvPr id="442" name="Google Shape;442;p61"/>
          <p:cNvSpPr txBox="1"/>
          <p:nvPr/>
        </p:nvSpPr>
        <p:spPr>
          <a:xfrm>
            <a:off x="6485200" y="4349278"/>
            <a:ext cx="1957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Influence comfort and concentration. and also  impacts productivity and overall comfort.</a:t>
            </a:r>
            <a:endParaRPr/>
          </a:p>
        </p:txBody>
      </p:sp>
      <p:sp>
        <p:nvSpPr>
          <p:cNvPr id="443" name="Google Shape;443;p61"/>
          <p:cNvSpPr txBox="1"/>
          <p:nvPr/>
        </p:nvSpPr>
        <p:spPr>
          <a:xfrm>
            <a:off x="9318875" y="3527206"/>
            <a:ext cx="2055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Space availability</a:t>
            </a:r>
            <a:endParaRPr sz="2200"/>
          </a:p>
        </p:txBody>
      </p:sp>
      <p:sp>
        <p:nvSpPr>
          <p:cNvPr id="444" name="Google Shape;444;p61"/>
          <p:cNvSpPr txBox="1"/>
          <p:nvPr/>
        </p:nvSpPr>
        <p:spPr>
          <a:xfrm>
            <a:off x="9367737" y="4581962"/>
            <a:ext cx="195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Plays a role in how effectively students can work.</a:t>
            </a:r>
            <a:endParaRPr/>
          </a:p>
        </p:txBody>
      </p:sp>
      <p:sp>
        <p:nvSpPr>
          <p:cNvPr id="445" name="Google Shape;445;p61"/>
          <p:cNvSpPr txBox="1"/>
          <p:nvPr/>
        </p:nvSpPr>
        <p:spPr>
          <a:xfrm>
            <a:off x="571500" y="3476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Need for a Smart Library</a:t>
            </a:r>
            <a:endParaRPr/>
          </a:p>
        </p:txBody>
      </p:sp>
      <p:sp>
        <p:nvSpPr>
          <p:cNvPr id="446" name="Google Shape;446;p61"/>
          <p:cNvSpPr/>
          <p:nvPr/>
        </p:nvSpPr>
        <p:spPr>
          <a:xfrm>
            <a:off x="571500" y="1062037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7" name="Google Shape;447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54875" y="2819399"/>
            <a:ext cx="45719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5245" y="2864603"/>
            <a:ext cx="608393" cy="487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6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73500" y="2937749"/>
            <a:ext cx="536450" cy="53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6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78250" y="2864600"/>
            <a:ext cx="5364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61"/>
          <p:cNvSpPr txBox="1"/>
          <p:nvPr/>
        </p:nvSpPr>
        <p:spPr>
          <a:xfrm>
            <a:off x="965925" y="1622313"/>
            <a:ext cx="9558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Research and real world evidence shows that environmental conditions strongly influence students’ learning experiences.</a:t>
            </a:r>
            <a:endParaRPr sz="1500"/>
          </a:p>
        </p:txBody>
      </p:sp>
      <p:sp>
        <p:nvSpPr>
          <p:cNvPr id="452" name="Google Shape;452;p6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7" name="Google Shape;45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62"/>
          <p:cNvSpPr txBox="1"/>
          <p:nvPr/>
        </p:nvSpPr>
        <p:spPr>
          <a:xfrm>
            <a:off x="1809750" y="1990725"/>
            <a:ext cx="90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Goal: To develop an IoT system that monitors environment and occupancy.</a:t>
            </a:r>
            <a:endParaRPr/>
          </a:p>
        </p:txBody>
      </p:sp>
      <p:sp>
        <p:nvSpPr>
          <p:cNvPr id="459" name="Google Shape;459;p62"/>
          <p:cNvSpPr txBox="1"/>
          <p:nvPr/>
        </p:nvSpPr>
        <p:spPr>
          <a:xfrm>
            <a:off x="1809750" y="3114675"/>
            <a:ext cx="857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system provides actionable insights for:</a:t>
            </a:r>
            <a:endParaRPr/>
          </a:p>
        </p:txBody>
      </p:sp>
      <p:sp>
        <p:nvSpPr>
          <p:cNvPr id="460" name="Google Shape;460;p62"/>
          <p:cNvSpPr txBox="1"/>
          <p:nvPr/>
        </p:nvSpPr>
        <p:spPr>
          <a:xfrm>
            <a:off x="2190750" y="3714750"/>
            <a:ext cx="819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Improving User Comfort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Ensure a pleasant and productive environment for all patrons.</a:t>
            </a:r>
            <a:endParaRPr/>
          </a:p>
        </p:txBody>
      </p:sp>
      <p:sp>
        <p:nvSpPr>
          <p:cNvPr id="461" name="Google Shape;461;p62"/>
          <p:cNvSpPr txBox="1"/>
          <p:nvPr/>
        </p:nvSpPr>
        <p:spPr>
          <a:xfrm>
            <a:off x="2190750" y="4476750"/>
            <a:ext cx="819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Optimizing Space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Make data-driven decisions about layout and resource allocation.</a:t>
            </a:r>
            <a:endParaRPr/>
          </a:p>
        </p:txBody>
      </p:sp>
      <p:sp>
        <p:nvSpPr>
          <p:cNvPr id="462" name="Google Shape;462;p62"/>
          <p:cNvSpPr txBox="1"/>
          <p:nvPr/>
        </p:nvSpPr>
        <p:spPr>
          <a:xfrm>
            <a:off x="2190750" y="5238750"/>
            <a:ext cx="819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Reducing Energy Consumption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Align HVAC and lighting with actual library usage to cut costs.</a:t>
            </a:r>
            <a:endParaRPr/>
          </a:p>
        </p:txBody>
      </p:sp>
      <p:pic>
        <p:nvPicPr>
          <p:cNvPr descr="image.png" id="463" name="Google Shape;46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6237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52437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5286375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Goal &amp; Justification</a:t>
            </a:r>
            <a:endParaRPr/>
          </a:p>
        </p:txBody>
      </p:sp>
      <p:sp>
        <p:nvSpPr>
          <p:cNvPr id="467" name="Google Shape;467;p62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6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3" name="Google Shape;4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5286375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43137"/>
            <a:ext cx="528637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3"/>
          <p:cNvSpPr txBox="1"/>
          <p:nvPr/>
        </p:nvSpPr>
        <p:spPr>
          <a:xfrm>
            <a:off x="962025" y="26336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Goal 11: Sustainable Cities</a:t>
            </a:r>
            <a:endParaRPr/>
          </a:p>
        </p:txBody>
      </p:sp>
      <p:sp>
        <p:nvSpPr>
          <p:cNvPr id="477" name="Google Shape;477;p63"/>
          <p:cNvSpPr txBox="1"/>
          <p:nvPr/>
        </p:nvSpPr>
        <p:spPr>
          <a:xfrm>
            <a:off x="962025" y="3281362"/>
            <a:ext cx="45053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By making a public building like a library more efficient, safe, and comfortable, the project contributes to the sustainability of urban community infrastructure. It helps create smarter public spaces that respond to user needs.</a:t>
            </a:r>
            <a:endParaRPr/>
          </a:p>
        </p:txBody>
      </p:sp>
      <p:sp>
        <p:nvSpPr>
          <p:cNvPr id="478" name="Google Shape;478;p63"/>
          <p:cNvSpPr txBox="1"/>
          <p:nvPr/>
        </p:nvSpPr>
        <p:spPr>
          <a:xfrm>
            <a:off x="6724650" y="2633662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Goal 7: Affordable &amp; Clean Energy</a:t>
            </a:r>
            <a:endParaRPr/>
          </a:p>
        </p:txBody>
      </p:sp>
      <p:sp>
        <p:nvSpPr>
          <p:cNvPr id="479" name="Google Shape;479;p63"/>
          <p:cNvSpPr txBox="1"/>
          <p:nvPr/>
        </p:nvSpPr>
        <p:spPr>
          <a:xfrm>
            <a:off x="6724650" y="3738562"/>
            <a:ext cx="45053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provides the data necessary to reduce energy waste. By correlating occupancy with energy usage, the library can implement strategies (like automated lighting/HVAC) to lower consumption and improve energy efficiency.</a:t>
            </a:r>
            <a:endParaRPr/>
          </a:p>
        </p:txBody>
      </p:sp>
      <p:sp>
        <p:nvSpPr>
          <p:cNvPr id="480" name="Google Shape;480;p63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Sustainable Development Goals</a:t>
            </a:r>
            <a:endParaRPr/>
          </a:p>
        </p:txBody>
      </p:sp>
      <p:sp>
        <p:nvSpPr>
          <p:cNvPr id="481" name="Google Shape;481;p63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7" name="Google Shape;48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5487"/>
            <a:ext cx="349254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95487"/>
            <a:ext cx="349254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95487"/>
            <a:ext cx="3492549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4"/>
          <p:cNvSpPr txBox="1"/>
          <p:nvPr/>
        </p:nvSpPr>
        <p:spPr>
          <a:xfrm>
            <a:off x="794225" y="3005137"/>
            <a:ext cx="30470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Library Administrator</a:t>
            </a:r>
            <a:endParaRPr/>
          </a:p>
        </p:txBody>
      </p:sp>
      <p:sp>
        <p:nvSpPr>
          <p:cNvPr id="492" name="Google Shape;492;p64"/>
          <p:cNvSpPr txBox="1"/>
          <p:nvPr/>
        </p:nvSpPr>
        <p:spPr>
          <a:xfrm>
            <a:off x="866775" y="4252912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"As an Administrator, I want to see hourly and daily occupancy trends so that I can optimize staffing schedules and allocate resources."</a:t>
            </a:r>
            <a:endParaRPr/>
          </a:p>
        </p:txBody>
      </p:sp>
      <p:sp>
        <p:nvSpPr>
          <p:cNvPr id="493" name="Google Shape;493;p64"/>
          <p:cNvSpPr txBox="1"/>
          <p:nvPr/>
        </p:nvSpPr>
        <p:spPr>
          <a:xfrm>
            <a:off x="4805838" y="3005137"/>
            <a:ext cx="2580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Facility Manager</a:t>
            </a:r>
            <a:endParaRPr/>
          </a:p>
        </p:txBody>
      </p:sp>
      <p:sp>
        <p:nvSpPr>
          <p:cNvPr id="494" name="Google Shape;494;p64"/>
          <p:cNvSpPr txBox="1"/>
          <p:nvPr/>
        </p:nvSpPr>
        <p:spPr>
          <a:xfrm>
            <a:off x="4645074" y="3795712"/>
            <a:ext cx="29019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"As a Facility Manager, I want to monitor temperature and air quality so that I can ensure a comfortable environment and perform proactive HVAC maintenance."</a:t>
            </a:r>
            <a:endParaRPr/>
          </a:p>
        </p:txBody>
      </p:sp>
      <p:sp>
        <p:nvSpPr>
          <p:cNvPr id="495" name="Google Shape;495;p64"/>
          <p:cNvSpPr txBox="1"/>
          <p:nvPr/>
        </p:nvSpPr>
        <p:spPr>
          <a:xfrm>
            <a:off x="8804165" y="3005137"/>
            <a:ext cx="21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</a:t>
            </a:r>
            <a:endParaRPr/>
          </a:p>
        </p:txBody>
      </p:sp>
      <p:sp>
        <p:nvSpPr>
          <p:cNvPr id="496" name="Google Shape;496;p64"/>
          <p:cNvSpPr txBox="1"/>
          <p:nvPr/>
        </p:nvSpPr>
        <p:spPr>
          <a:xfrm>
            <a:off x="8423374" y="3795712"/>
            <a:ext cx="2901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"As a 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student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I want to check how crowded the library is before I visit so that I can choose the best time to go and find a study space."</a:t>
            </a:r>
            <a:endParaRPr/>
          </a:p>
        </p:txBody>
      </p:sp>
      <p:pic>
        <p:nvPicPr>
          <p:cNvPr descr="image.png" id="497" name="Google Shape;497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3098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3098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3098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6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and Their Stories</a:t>
            </a:r>
            <a:endParaRPr/>
          </a:p>
        </p:txBody>
      </p:sp>
      <p:sp>
        <p:nvSpPr>
          <p:cNvPr id="501" name="Google Shape;501;p64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6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7" name="Google Shape;50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5"/>
          <p:cNvSpPr txBox="1"/>
          <p:nvPr/>
        </p:nvSpPr>
        <p:spPr>
          <a:xfrm>
            <a:off x="1809750" y="2228850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modular and iterative approach was used for solo development:</a:t>
            </a:r>
            <a:endParaRPr/>
          </a:p>
        </p:txBody>
      </p:sp>
      <p:sp>
        <p:nvSpPr>
          <p:cNvPr id="509" name="Google Shape;509;p65"/>
          <p:cNvSpPr txBox="1"/>
          <p:nvPr/>
        </p:nvSpPr>
        <p:spPr>
          <a:xfrm>
            <a:off x="2190750" y="2828925"/>
            <a:ext cx="8191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Task Breakdown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Project was broken into key components: Data Collection, Communication, Storage, and Visualization.</a:t>
            </a:r>
            <a:endParaRPr/>
          </a:p>
        </p:txBody>
      </p:sp>
      <p:sp>
        <p:nvSpPr>
          <p:cNvPr id="510" name="Google Shape;510;p65"/>
          <p:cNvSpPr txBox="1"/>
          <p:nvPr/>
        </p:nvSpPr>
        <p:spPr>
          <a:xfrm>
            <a:off x="2190750" y="3876675"/>
            <a:ext cx="8191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Centralized Documentation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central  file was maintained to document architecture, setup instructions, and development progress.</a:t>
            </a:r>
            <a:endParaRPr/>
          </a:p>
        </p:txBody>
      </p:sp>
      <p:sp>
        <p:nvSpPr>
          <p:cNvPr id="511" name="Google Shape;511;p65"/>
          <p:cNvSpPr txBox="1"/>
          <p:nvPr/>
        </p:nvSpPr>
        <p:spPr>
          <a:xfrm>
            <a:off x="2190750" y="4924425"/>
            <a:ext cx="8191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Simulation-First Development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simulation file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created to allow parallel development and testing of the backend without the physical hardware.</a:t>
            </a:r>
            <a:endParaRPr/>
          </a:p>
        </p:txBody>
      </p:sp>
      <p:pic>
        <p:nvPicPr>
          <p:cNvPr descr="image.png" id="512" name="Google Shape;51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7655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243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972050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6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Management Approach</a:t>
            </a:r>
            <a:endParaRPr/>
          </a:p>
        </p:txBody>
      </p:sp>
      <p:sp>
        <p:nvSpPr>
          <p:cNvPr id="516" name="Google Shape;516;p65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6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2" name="Google Shape;52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6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66"/>
          <p:cNvSpPr txBox="1"/>
          <p:nvPr/>
        </p:nvSpPr>
        <p:spPr>
          <a:xfrm>
            <a:off x="2685573" y="3057525"/>
            <a:ext cx="682085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Technology Stack</a:t>
            </a:r>
            <a:endParaRPr/>
          </a:p>
        </p:txBody>
      </p:sp>
      <p:sp>
        <p:nvSpPr>
          <p:cNvPr id="525" name="Google Shape;525;p66"/>
          <p:cNvSpPr txBox="1"/>
          <p:nvPr/>
        </p:nvSpPr>
        <p:spPr>
          <a:xfrm>
            <a:off x="3657600" y="4105275"/>
            <a:ext cx="4876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overview of the hardware, software, and data flow.</a:t>
            </a:r>
            <a:endParaRPr/>
          </a:p>
        </p:txBody>
      </p:sp>
      <p:sp>
        <p:nvSpPr>
          <p:cNvPr id="526" name="Google Shape;526;p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1" name="Google Shape;53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28862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38387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7"/>
          <p:cNvSpPr txBox="1"/>
          <p:nvPr/>
        </p:nvSpPr>
        <p:spPr>
          <a:xfrm>
            <a:off x="952500" y="2328862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Raspberry Pi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central controller and brain of the operation, running the data collection script.</a:t>
            </a:r>
            <a:endParaRPr/>
          </a:p>
        </p:txBody>
      </p:sp>
      <p:sp>
        <p:nvSpPr>
          <p:cNvPr id="535" name="Google Shape;535;p67"/>
          <p:cNvSpPr txBox="1"/>
          <p:nvPr/>
        </p:nvSpPr>
        <p:spPr>
          <a:xfrm>
            <a:off x="952500" y="3376612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Arducam Camera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Provides the video feed for person detection and calculating ambient light levels.</a:t>
            </a:r>
            <a:endParaRPr/>
          </a:p>
        </p:txBody>
      </p:sp>
      <p:sp>
        <p:nvSpPr>
          <p:cNvPr id="536" name="Google Shape;536;p67"/>
          <p:cNvSpPr txBox="1"/>
          <p:nvPr/>
        </p:nvSpPr>
        <p:spPr>
          <a:xfrm>
            <a:off x="952500" y="4424362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BME680 Sensor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 all-in-one sensor that collects Temperature, Humidity, Pressure, and Air Quality (IAQ) data.</a:t>
            </a:r>
            <a:endParaRPr/>
          </a:p>
        </p:txBody>
      </p:sp>
      <p:pic>
        <p:nvPicPr>
          <p:cNvPr descr="image.png" id="537" name="Google Shape;537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76487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8" name="Google Shape;538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24237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9" name="Google Shape;539;p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71987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Technologies Used: Hardware</a:t>
            </a:r>
            <a:endParaRPr/>
          </a:p>
        </p:txBody>
      </p:sp>
      <p:sp>
        <p:nvSpPr>
          <p:cNvPr id="541" name="Google Shape;541;p67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7" name="Google Shape;54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8"/>
          <p:cNvSpPr txBox="1"/>
          <p:nvPr/>
        </p:nvSpPr>
        <p:spPr>
          <a:xfrm>
            <a:off x="2190750" y="256698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Python: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Main language for data collection and simulation.</a:t>
            </a:r>
            <a:endParaRPr/>
          </a:p>
        </p:txBody>
      </p:sp>
      <p:sp>
        <p:nvSpPr>
          <p:cNvPr id="549" name="Google Shape;549;p68"/>
          <p:cNvSpPr txBox="1"/>
          <p:nvPr/>
        </p:nvSpPr>
        <p:spPr>
          <a:xfrm>
            <a:off x="2190750" y="304323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Docker &amp; Docker Compose: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containerizing and orchestrating all backend services.</a:t>
            </a:r>
            <a:endParaRPr/>
          </a:p>
        </p:txBody>
      </p:sp>
      <p:sp>
        <p:nvSpPr>
          <p:cNvPr id="550" name="Google Shape;550;p68"/>
          <p:cNvSpPr txBox="1"/>
          <p:nvPr/>
        </p:nvSpPr>
        <p:spPr>
          <a:xfrm>
            <a:off x="2190750" y="351948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InfluxDB: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Time-series database for efficiently storing all sensor data.</a:t>
            </a:r>
            <a:endParaRPr/>
          </a:p>
        </p:txBody>
      </p:sp>
      <p:sp>
        <p:nvSpPr>
          <p:cNvPr id="551" name="Google Shape;551;p68"/>
          <p:cNvSpPr txBox="1"/>
          <p:nvPr/>
        </p:nvSpPr>
        <p:spPr>
          <a:xfrm>
            <a:off x="2190750" y="399573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Grafana: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all data visualization and dashboarding.</a:t>
            </a:r>
            <a:endParaRPr/>
          </a:p>
        </p:txBody>
      </p:sp>
      <p:sp>
        <p:nvSpPr>
          <p:cNvPr id="552" name="Google Shape;552;p68"/>
          <p:cNvSpPr txBox="1"/>
          <p:nvPr/>
        </p:nvSpPr>
        <p:spPr>
          <a:xfrm>
            <a:off x="2190750" y="447198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Mosquitto (MQTT):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Lightweight messaging protocol for IoT communication.</a:t>
            </a:r>
            <a:endParaRPr/>
          </a:p>
        </p:txBody>
      </p:sp>
      <p:sp>
        <p:nvSpPr>
          <p:cNvPr id="553" name="Google Shape;553;p68"/>
          <p:cNvSpPr txBox="1"/>
          <p:nvPr/>
        </p:nvSpPr>
        <p:spPr>
          <a:xfrm>
            <a:off x="2190750" y="4948237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Telegraf: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Agent for collecting, processing, and writing data to InfluxDB.</a:t>
            </a:r>
            <a:endParaRPr/>
          </a:p>
        </p:txBody>
      </p:sp>
      <p:pic>
        <p:nvPicPr>
          <p:cNvPr descr="image.png" id="554" name="Google Shape;55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614612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5" name="Google Shape;555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90862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567112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043362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519612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6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09750" y="4995862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Technologies Used: Software</a:t>
            </a:r>
            <a:endParaRPr/>
          </a:p>
        </p:txBody>
      </p:sp>
      <p:sp>
        <p:nvSpPr>
          <p:cNvPr id="561" name="Google Shape;561;p68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7" name="Google Shape;56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3612"/>
            <a:ext cx="5286375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3612"/>
            <a:ext cx="52863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9"/>
          <p:cNvSpPr txBox="1"/>
          <p:nvPr/>
        </p:nvSpPr>
        <p:spPr>
          <a:xfrm>
            <a:off x="962025" y="26241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Key Libraries</a:t>
            </a:r>
            <a:endParaRPr/>
          </a:p>
        </p:txBody>
      </p:sp>
      <p:sp>
        <p:nvSpPr>
          <p:cNvPr id="571" name="Google Shape;571;p69"/>
          <p:cNvSpPr txBox="1"/>
          <p:nvPr/>
        </p:nvSpPr>
        <p:spPr>
          <a:xfrm>
            <a:off x="6724650" y="26241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Models &amp; Queries</a:t>
            </a:r>
            <a:endParaRPr/>
          </a:p>
        </p:txBody>
      </p:sp>
      <p:sp>
        <p:nvSpPr>
          <p:cNvPr id="572" name="Google Shape;572;p69"/>
          <p:cNvSpPr txBox="1"/>
          <p:nvPr/>
        </p:nvSpPr>
        <p:spPr>
          <a:xfrm>
            <a:off x="1085850" y="32242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3" name="Google Shape;573;p69"/>
          <p:cNvSpPr txBox="1"/>
          <p:nvPr/>
        </p:nvSpPr>
        <p:spPr>
          <a:xfrm>
            <a:off x="1200150" y="3224212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OpenCV (Python):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image processing (light level) and person detection.</a:t>
            </a:r>
            <a:endParaRPr/>
          </a:p>
        </p:txBody>
      </p:sp>
      <p:sp>
        <p:nvSpPr>
          <p:cNvPr id="574" name="Google Shape;574;p69"/>
          <p:cNvSpPr txBox="1"/>
          <p:nvPr/>
        </p:nvSpPr>
        <p:spPr>
          <a:xfrm>
            <a:off x="1085850" y="39385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5" name="Google Shape;575;p69"/>
          <p:cNvSpPr txBox="1"/>
          <p:nvPr/>
        </p:nvSpPr>
        <p:spPr>
          <a:xfrm>
            <a:off x="1200150" y="3938587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Paho-MQTT (Python):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Client library for connecting to the MQTT broker.</a:t>
            </a:r>
            <a:endParaRPr/>
          </a:p>
        </p:txBody>
      </p:sp>
      <p:sp>
        <p:nvSpPr>
          <p:cNvPr id="576" name="Google Shape;576;p69"/>
          <p:cNvSpPr txBox="1"/>
          <p:nvPr/>
        </p:nvSpPr>
        <p:spPr>
          <a:xfrm>
            <a:off x="1085850" y="46529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7" name="Google Shape;577;p69"/>
          <p:cNvSpPr txBox="1"/>
          <p:nvPr/>
        </p:nvSpPr>
        <p:spPr>
          <a:xfrm>
            <a:off x="1200150" y="4652962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bme680 (Python):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Library for interfacing with the BME680 sensor.</a:t>
            </a:r>
            <a:endParaRPr/>
          </a:p>
        </p:txBody>
      </p:sp>
      <p:sp>
        <p:nvSpPr>
          <p:cNvPr id="578" name="Google Shape;578;p69"/>
          <p:cNvSpPr txBox="1"/>
          <p:nvPr/>
        </p:nvSpPr>
        <p:spPr>
          <a:xfrm>
            <a:off x="6848475" y="32242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9" name="Google Shape;579;p69"/>
          <p:cNvSpPr txBox="1"/>
          <p:nvPr/>
        </p:nvSpPr>
        <p:spPr>
          <a:xfrm>
            <a:off x="6962775" y="3224212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Flux: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Query language used in Grafana to retrieve and process data from InfluxDB.</a:t>
            </a:r>
            <a:endParaRPr/>
          </a:p>
        </p:txBody>
      </p:sp>
      <p:sp>
        <p:nvSpPr>
          <p:cNvPr id="580" name="Google Shape;580;p69"/>
          <p:cNvSpPr txBox="1"/>
          <p:nvPr/>
        </p:nvSpPr>
        <p:spPr>
          <a:xfrm>
            <a:off x="6848475" y="39385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1" name="Google Shape;581;p69"/>
          <p:cNvSpPr txBox="1"/>
          <p:nvPr/>
        </p:nvSpPr>
        <p:spPr>
          <a:xfrm>
            <a:off x="6962775" y="3938587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MobileNet-SSD: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pre-trained deep learning model optimized for running on low-power devices like a Raspberry Pi.</a:t>
            </a:r>
            <a:endParaRPr/>
          </a:p>
        </p:txBody>
      </p:sp>
      <p:sp>
        <p:nvSpPr>
          <p:cNvPr id="582" name="Google Shape;582;p6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Technologies Used: Libraries &amp; APIs</a:t>
            </a:r>
            <a:endParaRPr/>
          </a:p>
        </p:txBody>
      </p:sp>
      <p:sp>
        <p:nvSpPr>
          <p:cNvPr id="583" name="Google Shape;583;p69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9" name="Google Shape;58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0" name="Google Shape;590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2637"/>
            <a:ext cx="2473374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0624" y="2052637"/>
            <a:ext cx="2771775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2" name="Google Shape;592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8149" y="2052637"/>
            <a:ext cx="2473374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7274" y="2052637"/>
            <a:ext cx="2473374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0"/>
          <p:cNvSpPr txBox="1"/>
          <p:nvPr/>
        </p:nvSpPr>
        <p:spPr>
          <a:xfrm>
            <a:off x="1143029" y="3062287"/>
            <a:ext cx="13301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Collect</a:t>
            </a:r>
            <a:endParaRPr/>
          </a:p>
        </p:txBody>
      </p:sp>
      <p:sp>
        <p:nvSpPr>
          <p:cNvPr id="595" name="Google Shape;595;p70"/>
          <p:cNvSpPr txBox="1"/>
          <p:nvPr/>
        </p:nvSpPr>
        <p:spPr>
          <a:xfrm>
            <a:off x="866775" y="3852862"/>
            <a:ext cx="188282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pi_controller.py on the Raspberry Pi collects sensor data and detects people using the camera.</a:t>
            </a:r>
            <a:endParaRPr/>
          </a:p>
        </p:txBody>
      </p:sp>
      <p:sp>
        <p:nvSpPr>
          <p:cNvPr id="596" name="Google Shape;596;p70"/>
          <p:cNvSpPr txBox="1"/>
          <p:nvPr/>
        </p:nvSpPr>
        <p:spPr>
          <a:xfrm>
            <a:off x="3571368" y="3062287"/>
            <a:ext cx="2290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Communicate</a:t>
            </a:r>
            <a:endParaRPr/>
          </a:p>
        </p:txBody>
      </p:sp>
      <p:sp>
        <p:nvSpPr>
          <p:cNvPr id="597" name="Google Shape;597;p70"/>
          <p:cNvSpPr txBox="1"/>
          <p:nvPr/>
        </p:nvSpPr>
        <p:spPr>
          <a:xfrm>
            <a:off x="3625899" y="4310062"/>
            <a:ext cx="21812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script publishes this data as a JSON payload to the Mosquitto MQTT broker.</a:t>
            </a:r>
            <a:endParaRPr/>
          </a:p>
        </p:txBody>
      </p:sp>
      <p:sp>
        <p:nvSpPr>
          <p:cNvPr id="598" name="Google Shape;598;p70"/>
          <p:cNvSpPr txBox="1"/>
          <p:nvPr/>
        </p:nvSpPr>
        <p:spPr>
          <a:xfrm>
            <a:off x="7054691" y="3062287"/>
            <a:ext cx="11401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Store</a:t>
            </a:r>
            <a:endParaRPr/>
          </a:p>
        </p:txBody>
      </p:sp>
      <p:sp>
        <p:nvSpPr>
          <p:cNvPr id="599" name="Google Shape;599;p70"/>
          <p:cNvSpPr txBox="1"/>
          <p:nvPr/>
        </p:nvSpPr>
        <p:spPr>
          <a:xfrm>
            <a:off x="6683424" y="3852862"/>
            <a:ext cx="1882824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Telegraf subscribes to the MQTT topic, parses the JSON, and writes it into the InfluxDB database.</a:t>
            </a:r>
            <a:endParaRPr/>
          </a:p>
        </p:txBody>
      </p:sp>
      <p:sp>
        <p:nvSpPr>
          <p:cNvPr id="600" name="Google Shape;600;p70"/>
          <p:cNvSpPr txBox="1"/>
          <p:nvPr/>
        </p:nvSpPr>
        <p:spPr>
          <a:xfrm>
            <a:off x="9528780" y="3062287"/>
            <a:ext cx="17102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Visualize</a:t>
            </a:r>
            <a:endParaRPr/>
          </a:p>
        </p:txBody>
      </p:sp>
      <p:sp>
        <p:nvSpPr>
          <p:cNvPr id="601" name="Google Shape;601;p70"/>
          <p:cNvSpPr txBox="1"/>
          <p:nvPr/>
        </p:nvSpPr>
        <p:spPr>
          <a:xfrm>
            <a:off x="9442549" y="3852862"/>
            <a:ext cx="1882824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Grafana connects to InfluxDB as a data source and displays the data on a real-time dashboard.</a:t>
            </a:r>
            <a:endParaRPr/>
          </a:p>
        </p:txBody>
      </p:sp>
      <p:pic>
        <p:nvPicPr>
          <p:cNvPr descr="image.png" id="602" name="Google Shape;602;p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79512" y="2366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3" name="Google Shape;603;p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87912" y="2366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4" name="Google Shape;604;p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96162" y="2366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26712" y="236696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7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&amp; Hardware Architecture</a:t>
            </a:r>
            <a:endParaRPr/>
          </a:p>
        </p:txBody>
      </p:sp>
      <p:sp>
        <p:nvSpPr>
          <p:cNvPr id="607" name="Google Shape;607;p70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&amp; Hardware Architecture</a:t>
            </a:r>
            <a:endParaRPr/>
          </a:p>
        </p:txBody>
      </p:sp>
      <p:sp>
        <p:nvSpPr>
          <p:cNvPr id="614" name="Google Shape;614;p71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5" name="Google Shape;615;p71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476375"/>
            <a:ext cx="11048999" cy="46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7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1" name="Google Shape;62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2" name="Google Shape;62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37" y="2566987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72"/>
          <p:cNvSpPr txBox="1"/>
          <p:nvPr/>
        </p:nvSpPr>
        <p:spPr>
          <a:xfrm>
            <a:off x="6201965" y="2405062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Measurement: </a:t>
            </a:r>
            <a:r>
              <a:rPr lang="en-US" sz="2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Sensor Readings</a:t>
            </a:r>
            <a:endParaRPr/>
          </a:p>
        </p:txBody>
      </p:sp>
      <p:pic>
        <p:nvPicPr>
          <p:cNvPr descr="image.png" id="624" name="Google Shape;624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1259" y="3002309"/>
            <a:ext cx="1986855" cy="1986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2"/>
          <p:cNvSpPr txBox="1"/>
          <p:nvPr/>
        </p:nvSpPr>
        <p:spPr>
          <a:xfrm>
            <a:off x="6619875" y="3005137"/>
            <a:ext cx="50006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Tags (for indexing):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location (e.g., "library_zone_A")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sensor_id (e.g., "pi_controller_01")</a:t>
            </a:r>
            <a:endParaRPr/>
          </a:p>
        </p:txBody>
      </p:sp>
      <p:sp>
        <p:nvSpPr>
          <p:cNvPr id="626" name="Google Shape;626;p72"/>
          <p:cNvSpPr txBox="1"/>
          <p:nvPr/>
        </p:nvSpPr>
        <p:spPr>
          <a:xfrm>
            <a:off x="6619875" y="4176692"/>
            <a:ext cx="50007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Fields (the actual values):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people_count (integer)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temperature (float)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iaq (float), </a:t>
            </a:r>
            <a:endParaRPr sz="16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light_level (float),</a:t>
            </a:r>
            <a:b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ise_db (float)</a:t>
            </a:r>
            <a:endParaRPr/>
          </a:p>
        </p:txBody>
      </p:sp>
      <p:sp>
        <p:nvSpPr>
          <p:cNvPr id="627" name="Google Shape;627;p72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Architecture (InfluxDB)</a:t>
            </a:r>
            <a:endParaRPr/>
          </a:p>
        </p:txBody>
      </p:sp>
      <p:sp>
        <p:nvSpPr>
          <p:cNvPr id="628" name="Google Shape;628;p72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29" name="Google Shape;629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052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0" name="Google Shape;630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22433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7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6" name="Google Shape;63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7" name="Google Shape;637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073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8" name="Google Shape;638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907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73"/>
          <p:cNvSpPr txBox="1"/>
          <p:nvPr/>
        </p:nvSpPr>
        <p:spPr>
          <a:xfrm>
            <a:off x="962025" y="24812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Positive Impact</a:t>
            </a:r>
            <a:endParaRPr/>
          </a:p>
        </p:txBody>
      </p:sp>
      <p:sp>
        <p:nvSpPr>
          <p:cNvPr id="640" name="Google Shape;640;p73"/>
          <p:cNvSpPr txBox="1"/>
          <p:nvPr/>
        </p:nvSpPr>
        <p:spPr>
          <a:xfrm>
            <a:off x="962025" y="3128962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Energy Reduction: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rovides the data needed to intelligently control lighting and HVAC systems based on actual occupancy and environmental conditions.</a:t>
            </a:r>
            <a:endParaRPr/>
          </a:p>
        </p:txBody>
      </p:sp>
      <p:sp>
        <p:nvSpPr>
          <p:cNvPr id="641" name="Google Shape;641;p73"/>
          <p:cNvSpPr txBox="1"/>
          <p:nvPr/>
        </p:nvSpPr>
        <p:spPr>
          <a:xfrm>
            <a:off x="962025" y="44624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Resource Optimization: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Better management of library spaces and staff leads to more efficient use of existing resources.</a:t>
            </a:r>
            <a:endParaRPr/>
          </a:p>
        </p:txBody>
      </p:sp>
      <p:sp>
        <p:nvSpPr>
          <p:cNvPr id="642" name="Google Shape;642;p73"/>
          <p:cNvSpPr txBox="1"/>
          <p:nvPr/>
        </p:nvSpPr>
        <p:spPr>
          <a:xfrm>
            <a:off x="6724650" y="24812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Negative Impact</a:t>
            </a:r>
            <a:endParaRPr/>
          </a:p>
        </p:txBody>
      </p:sp>
      <p:sp>
        <p:nvSpPr>
          <p:cNvPr id="643" name="Google Shape;643;p73"/>
          <p:cNvSpPr txBox="1"/>
          <p:nvPr/>
        </p:nvSpPr>
        <p:spPr>
          <a:xfrm>
            <a:off x="6724650" y="31289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E-Waste: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project introduces electronic hardware (Raspberry Pi, sensors) which has a limited lifespan and will eventually become electronic waste.</a:t>
            </a:r>
            <a:endParaRPr/>
          </a:p>
        </p:txBody>
      </p:sp>
      <p:sp>
        <p:nvSpPr>
          <p:cNvPr id="644" name="Google Shape;644;p73"/>
          <p:cNvSpPr txBox="1"/>
          <p:nvPr/>
        </p:nvSpPr>
        <p:spPr>
          <a:xfrm>
            <a:off x="6724650" y="4176712"/>
            <a:ext cx="4505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Energy Consumption: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Raspberry Pi and the server running the backend services consume electricity. While low-power, the cumulative effect is non-zero.</a:t>
            </a:r>
            <a:endParaRPr/>
          </a:p>
        </p:txBody>
      </p:sp>
      <p:sp>
        <p:nvSpPr>
          <p:cNvPr id="645" name="Google Shape;645;p73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Environmental Impact</a:t>
            </a:r>
            <a:endParaRPr/>
          </a:p>
        </p:txBody>
      </p:sp>
      <p:sp>
        <p:nvSpPr>
          <p:cNvPr id="646" name="Google Shape;646;p73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2" name="Google Shape;65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7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Ecodesign Evaluation (RGESN)</a:t>
            </a:r>
            <a:endParaRPr/>
          </a:p>
        </p:txBody>
      </p:sp>
      <p:sp>
        <p:nvSpPr>
          <p:cNvPr id="654" name="Google Shape;654;p74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7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6" name="Google Shape;65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25" y="1843925"/>
            <a:ext cx="11048999" cy="44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1" name="Google Shape;66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2" name="Google Shape;66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" y="170393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75"/>
          <p:cNvSpPr txBox="1"/>
          <p:nvPr/>
        </p:nvSpPr>
        <p:spPr>
          <a:xfrm>
            <a:off x="1190625" y="1613445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Utility &amp; Strategy</a:t>
            </a:r>
            <a:endParaRPr/>
          </a:p>
        </p:txBody>
      </p:sp>
      <p:sp>
        <p:nvSpPr>
          <p:cNvPr id="664" name="Google Shape;664;p75"/>
          <p:cNvSpPr txBox="1"/>
          <p:nvPr/>
        </p:nvSpPr>
        <p:spPr>
          <a:xfrm>
            <a:off x="1190625" y="1956345"/>
            <a:ext cx="466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dashboard meets a validated user need (finding study space) without superfluous features, avoiding digital waste.</a:t>
            </a:r>
            <a:endParaRPr/>
          </a:p>
        </p:txBody>
      </p:sp>
      <p:pic>
        <p:nvPicPr>
          <p:cNvPr descr="image.png" id="665" name="Google Shape;665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62" y="3061258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75"/>
          <p:cNvSpPr txBox="1"/>
          <p:nvPr/>
        </p:nvSpPr>
        <p:spPr>
          <a:xfrm>
            <a:off x="1235913" y="3061245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Responsibility</a:t>
            </a:r>
            <a:endParaRPr/>
          </a:p>
        </p:txBody>
      </p:sp>
      <p:sp>
        <p:nvSpPr>
          <p:cNvPr id="667" name="Google Shape;667;p75"/>
          <p:cNvSpPr txBox="1"/>
          <p:nvPr/>
        </p:nvSpPr>
        <p:spPr>
          <a:xfrm>
            <a:off x="1243100" y="3398220"/>
            <a:ext cx="466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collect only essential signals (occupancy counts), avoiding personal tracking, facial recognition, or metadata.</a:t>
            </a:r>
            <a:endParaRPr/>
          </a:p>
        </p:txBody>
      </p:sp>
      <p:pic>
        <p:nvPicPr>
          <p:cNvPr descr="image.png" id="668" name="Google Shape;668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63" y="4300708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75"/>
          <p:cNvSpPr txBox="1"/>
          <p:nvPr/>
        </p:nvSpPr>
        <p:spPr>
          <a:xfrm>
            <a:off x="1243100" y="4328070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Frugal User Interface</a:t>
            </a:r>
            <a:endParaRPr/>
          </a:p>
        </p:txBody>
      </p:sp>
      <p:sp>
        <p:nvSpPr>
          <p:cNvPr id="670" name="Google Shape;670;p75"/>
          <p:cNvSpPr txBox="1"/>
          <p:nvPr/>
        </p:nvSpPr>
        <p:spPr>
          <a:xfrm>
            <a:off x="1190625" y="4670970"/>
            <a:ext cx="466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design avoids "heavy" media—no autoplay videos, no infinite scrolling, and no complex animations.</a:t>
            </a:r>
            <a:endParaRPr/>
          </a:p>
        </p:txBody>
      </p:sp>
      <p:pic>
        <p:nvPicPr>
          <p:cNvPr descr="image.png" id="671" name="Google Shape;671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7462" y="1703933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75"/>
          <p:cNvSpPr txBox="1"/>
          <p:nvPr/>
        </p:nvSpPr>
        <p:spPr>
          <a:xfrm>
            <a:off x="6953250" y="1613445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 Compatibility</a:t>
            </a:r>
            <a:endParaRPr/>
          </a:p>
        </p:txBody>
      </p:sp>
      <p:sp>
        <p:nvSpPr>
          <p:cNvPr id="673" name="Google Shape;673;p75"/>
          <p:cNvSpPr txBox="1"/>
          <p:nvPr/>
        </p:nvSpPr>
        <p:spPr>
          <a:xfrm>
            <a:off x="6953250" y="1956345"/>
            <a:ext cx="4667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service works on older devices and low-speed connections thanks to its lightweight architecture and standard web technologies.</a:t>
            </a:r>
            <a:endParaRPr/>
          </a:p>
        </p:txBody>
      </p:sp>
      <p:pic>
        <p:nvPicPr>
          <p:cNvPr descr="image.png" id="674" name="Google Shape;674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5562" y="306124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75"/>
          <p:cNvSpPr txBox="1"/>
          <p:nvPr/>
        </p:nvSpPr>
        <p:spPr>
          <a:xfrm>
            <a:off x="6953250" y="2970758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 Source Stack</a:t>
            </a:r>
            <a:endParaRPr/>
          </a:p>
        </p:txBody>
      </p:sp>
      <p:sp>
        <p:nvSpPr>
          <p:cNvPr id="676" name="Google Shape;676;p75"/>
          <p:cNvSpPr txBox="1"/>
          <p:nvPr/>
        </p:nvSpPr>
        <p:spPr>
          <a:xfrm>
            <a:off x="6953250" y="3313658"/>
            <a:ext cx="4667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Built entirely on open-source technologies (InfluxDB, Grafana, Mosquitto), ensuring transparency, longevity, and no vendor lock-in.</a:t>
            </a:r>
            <a:endParaRPr/>
          </a:p>
        </p:txBody>
      </p:sp>
      <p:pic>
        <p:nvPicPr>
          <p:cNvPr descr="image.png" id="677" name="Google Shape;677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4612" y="4418558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75"/>
          <p:cNvSpPr txBox="1"/>
          <p:nvPr/>
        </p:nvSpPr>
        <p:spPr>
          <a:xfrm>
            <a:off x="6953250" y="4328070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Efficient Storage Strategy</a:t>
            </a:r>
            <a:endParaRPr/>
          </a:p>
        </p:txBody>
      </p:sp>
      <p:sp>
        <p:nvSpPr>
          <p:cNvPr id="679" name="Google Shape;679;p75"/>
          <p:cNvSpPr txBox="1"/>
          <p:nvPr/>
        </p:nvSpPr>
        <p:spPr>
          <a:xfrm>
            <a:off x="6953250" y="4670970"/>
            <a:ext cx="466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use a Time-Series Database (TSDB) which compresses sensor data far more efficiently than traditional relational databases.</a:t>
            </a:r>
            <a:endParaRPr/>
          </a:p>
        </p:txBody>
      </p:sp>
      <p:sp>
        <p:nvSpPr>
          <p:cNvPr id="680" name="Google Shape;680;p75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 Compliant Criteria (Our Strengths)</a:t>
            </a:r>
            <a:endParaRPr/>
          </a:p>
        </p:txBody>
      </p:sp>
      <p:sp>
        <p:nvSpPr>
          <p:cNvPr id="681" name="Google Shape;681;p75"/>
          <p:cNvSpPr/>
          <p:nvPr/>
        </p:nvSpPr>
        <p:spPr>
          <a:xfrm>
            <a:off x="571500" y="109909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6" name="Google Shape;68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54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7" name="Google Shape;68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" y="170393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6"/>
          <p:cNvSpPr txBox="1"/>
          <p:nvPr/>
        </p:nvSpPr>
        <p:spPr>
          <a:xfrm>
            <a:off x="1190625" y="1613445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Lifecycle</a:t>
            </a:r>
            <a:endParaRPr/>
          </a:p>
        </p:txBody>
      </p:sp>
      <p:sp>
        <p:nvSpPr>
          <p:cNvPr id="689" name="Google Shape;689;p76"/>
          <p:cNvSpPr txBox="1"/>
          <p:nvPr/>
        </p:nvSpPr>
        <p:spPr>
          <a:xfrm>
            <a:off x="1190625" y="1956345"/>
            <a:ext cx="4667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must configure strict Retention Policies in InfluxDB to automatically delete raw sensor data older than 30 days to prevent disk bloat.</a:t>
            </a:r>
            <a:endParaRPr/>
          </a:p>
        </p:txBody>
      </p:sp>
      <p:pic>
        <p:nvPicPr>
          <p:cNvPr descr="image.png" id="690" name="Google Shape;690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37" y="306124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76"/>
          <p:cNvSpPr txBox="1"/>
          <p:nvPr/>
        </p:nvSpPr>
        <p:spPr>
          <a:xfrm>
            <a:off x="1190625" y="2970758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Protocol Optimization</a:t>
            </a:r>
            <a:endParaRPr/>
          </a:p>
        </p:txBody>
      </p:sp>
      <p:sp>
        <p:nvSpPr>
          <p:cNvPr id="692" name="Google Shape;692;p76"/>
          <p:cNvSpPr txBox="1"/>
          <p:nvPr/>
        </p:nvSpPr>
        <p:spPr>
          <a:xfrm>
            <a:off x="1190625" y="3313658"/>
            <a:ext cx="4667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Currently sending JSON text over MQTT. Switching to a binary format (like Protobuf) would reduce payload size for network</a:t>
            </a:r>
            <a:r>
              <a:rPr lang="en-US" sz="127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communication.</a:t>
            </a:r>
            <a:endParaRPr/>
          </a:p>
        </p:txBody>
      </p:sp>
      <p:pic>
        <p:nvPicPr>
          <p:cNvPr descr="image.png" id="693" name="Google Shape;693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418558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76"/>
          <p:cNvSpPr txBox="1"/>
          <p:nvPr/>
        </p:nvSpPr>
        <p:spPr>
          <a:xfrm>
            <a:off x="1190625" y="4328070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Impact Documentation</a:t>
            </a:r>
            <a:endParaRPr/>
          </a:p>
        </p:txBody>
      </p:sp>
      <p:sp>
        <p:nvSpPr>
          <p:cNvPr id="695" name="Google Shape;695;p76"/>
          <p:cNvSpPr txBox="1"/>
          <p:nvPr/>
        </p:nvSpPr>
        <p:spPr>
          <a:xfrm>
            <a:off x="1190625" y="4670970"/>
            <a:ext cx="4667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need to formally calculate and document the energy ROI: Does the energy saved by students finding seats outweigh the server's run cost?</a:t>
            </a:r>
            <a:endParaRPr/>
          </a:p>
        </p:txBody>
      </p:sp>
      <p:pic>
        <p:nvPicPr>
          <p:cNvPr descr="image.png" id="696" name="Google Shape;696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1703933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76"/>
          <p:cNvSpPr txBox="1"/>
          <p:nvPr/>
        </p:nvSpPr>
        <p:spPr>
          <a:xfrm>
            <a:off x="6953250" y="1613445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UX Enhancements</a:t>
            </a:r>
            <a:endParaRPr/>
          </a:p>
        </p:txBody>
      </p:sp>
      <p:sp>
        <p:nvSpPr>
          <p:cNvPr id="698" name="Google Shape;698;p76"/>
          <p:cNvSpPr txBox="1"/>
          <p:nvPr/>
        </p:nvSpPr>
        <p:spPr>
          <a:xfrm>
            <a:off x="6953250" y="1956345"/>
            <a:ext cx="46674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 a "Viability Score" or similar single metric to simplify decision-making for users and reduce analysis paralysis when selecting a study area.</a:t>
            </a:r>
            <a:endParaRPr sz="1275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75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699" name="Google Shape;699;p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6512" y="306124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76"/>
          <p:cNvSpPr txBox="1"/>
          <p:nvPr/>
        </p:nvSpPr>
        <p:spPr>
          <a:xfrm>
            <a:off x="6953250" y="2970758"/>
            <a:ext cx="49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Energy Monitoring</a:t>
            </a:r>
            <a:endParaRPr/>
          </a:p>
        </p:txBody>
      </p:sp>
      <p:sp>
        <p:nvSpPr>
          <p:cNvPr id="701" name="Google Shape;701;p76"/>
          <p:cNvSpPr txBox="1"/>
          <p:nvPr/>
        </p:nvSpPr>
        <p:spPr>
          <a:xfrm>
            <a:off x="6953250" y="3313658"/>
            <a:ext cx="466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lack hardware tools (like smart plugs) to measure the actual real-time power consumption of the</a:t>
            </a:r>
            <a:r>
              <a:rPr lang="en-US" sz="127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Raspberry Pi.</a:t>
            </a:r>
            <a:endParaRPr/>
          </a:p>
        </p:txBody>
      </p:sp>
      <p:sp>
        <p:nvSpPr>
          <p:cNvPr id="702" name="Google Shape;702;p76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 Non-Compliant Criteria (Roadmap)</a:t>
            </a:r>
            <a:endParaRPr/>
          </a:p>
        </p:txBody>
      </p:sp>
      <p:sp>
        <p:nvSpPr>
          <p:cNvPr id="703" name="Google Shape;703;p76"/>
          <p:cNvSpPr/>
          <p:nvPr/>
        </p:nvSpPr>
        <p:spPr>
          <a:xfrm>
            <a:off x="571500" y="109909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8" name="Google Shape;70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9" name="Google Shape;709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7862"/>
            <a:ext cx="52863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0" name="Google Shape;710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47862"/>
            <a:ext cx="5286375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77"/>
          <p:cNvSpPr txBox="1"/>
          <p:nvPr/>
        </p:nvSpPr>
        <p:spPr>
          <a:xfrm>
            <a:off x="962025" y="23383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Short / Mid-Term</a:t>
            </a:r>
            <a:endParaRPr/>
          </a:p>
        </p:txBody>
      </p:sp>
      <p:sp>
        <p:nvSpPr>
          <p:cNvPr id="712" name="Google Shape;712;p77"/>
          <p:cNvSpPr txBox="1"/>
          <p:nvPr/>
        </p:nvSpPr>
        <p:spPr>
          <a:xfrm>
            <a:off x="6724650" y="23383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Long-Term</a:t>
            </a:r>
            <a:endParaRPr/>
          </a:p>
        </p:txBody>
      </p:sp>
      <p:sp>
        <p:nvSpPr>
          <p:cNvPr id="713" name="Google Shape;713;p77"/>
          <p:cNvSpPr txBox="1"/>
          <p:nvPr/>
        </p:nvSpPr>
        <p:spPr>
          <a:xfrm>
            <a:off x="1085850" y="29384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14" name="Google Shape;714;p77"/>
          <p:cNvSpPr txBox="1"/>
          <p:nvPr/>
        </p:nvSpPr>
        <p:spPr>
          <a:xfrm>
            <a:off x="1200150" y="2938462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 Smart Controls: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Integrate with smart plugs or building APIs to automatically dim lights or adjust the thermostat.</a:t>
            </a:r>
            <a:endParaRPr/>
          </a:p>
        </p:txBody>
      </p:sp>
      <p:sp>
        <p:nvSpPr>
          <p:cNvPr id="715" name="Google Shape;715;p77"/>
          <p:cNvSpPr txBox="1"/>
          <p:nvPr/>
        </p:nvSpPr>
        <p:spPr>
          <a:xfrm>
            <a:off x="1085850" y="39385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16" name="Google Shape;716;p77"/>
          <p:cNvSpPr txBox="1"/>
          <p:nvPr/>
        </p:nvSpPr>
        <p:spPr>
          <a:xfrm>
            <a:off x="1200150" y="3938587"/>
            <a:ext cx="426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Optimize Data Collection: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Make the collection frequency dynamic (e.g., publish data less frequently).</a:t>
            </a:r>
            <a:endParaRPr/>
          </a:p>
        </p:txBody>
      </p:sp>
      <p:sp>
        <p:nvSpPr>
          <p:cNvPr id="717" name="Google Shape;717;p77"/>
          <p:cNvSpPr txBox="1"/>
          <p:nvPr/>
        </p:nvSpPr>
        <p:spPr>
          <a:xfrm>
            <a:off x="1085850" y="49387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18" name="Google Shape;718;p77"/>
          <p:cNvSpPr txBox="1"/>
          <p:nvPr/>
        </p:nvSpPr>
        <p:spPr>
          <a:xfrm>
            <a:off x="1200150" y="4938712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Event-Driven Detection: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Run the person detection model only when motion is first detected.</a:t>
            </a:r>
            <a:endParaRPr/>
          </a:p>
        </p:txBody>
      </p:sp>
      <p:sp>
        <p:nvSpPr>
          <p:cNvPr id="719" name="Google Shape;719;p77"/>
          <p:cNvSpPr txBox="1"/>
          <p:nvPr/>
        </p:nvSpPr>
        <p:spPr>
          <a:xfrm>
            <a:off x="6848475" y="29384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20" name="Google Shape;720;p77"/>
          <p:cNvSpPr txBox="1"/>
          <p:nvPr/>
        </p:nvSpPr>
        <p:spPr>
          <a:xfrm>
            <a:off x="6962775" y="2938462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Sustainable Hardware Sourcing: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When scaling, choose hardware from manufacturers with strong environmental commitments.</a:t>
            </a:r>
            <a:endParaRPr/>
          </a:p>
        </p:txBody>
      </p:sp>
      <p:sp>
        <p:nvSpPr>
          <p:cNvPr id="721" name="Google Shape;721;p77"/>
          <p:cNvSpPr txBox="1"/>
          <p:nvPr/>
        </p:nvSpPr>
        <p:spPr>
          <a:xfrm>
            <a:off x="6848475" y="39385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22" name="Google Shape;722;p77"/>
          <p:cNvSpPr txBox="1"/>
          <p:nvPr/>
        </p:nvSpPr>
        <p:spPr>
          <a:xfrm>
            <a:off x="6962775" y="3938587"/>
            <a:ext cx="4267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Dynamic </a:t>
            </a:r>
            <a:r>
              <a:rPr b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Forecasting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Develop advanced predictive models to forecast space utilization beforehand.</a:t>
            </a:r>
            <a:endParaRPr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3" name="Google Shape;723;p77"/>
          <p:cNvSpPr txBox="1"/>
          <p:nvPr/>
        </p:nvSpPr>
        <p:spPr>
          <a:xfrm>
            <a:off x="6848475" y="49387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24" name="Google Shape;724;p77"/>
          <p:cNvSpPr txBox="1"/>
          <p:nvPr/>
        </p:nvSpPr>
        <p:spPr>
          <a:xfrm>
            <a:off x="6962775" y="4938712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Holistic Lifecycle Management: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Develop a plan for device repairs, upgrades, and responsible recycling.</a:t>
            </a:r>
            <a:endParaRPr/>
          </a:p>
        </p:txBody>
      </p:sp>
      <p:sp>
        <p:nvSpPr>
          <p:cNvPr id="725" name="Google Shape;725;p7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Opportunities for Improvement</a:t>
            </a:r>
            <a:endParaRPr/>
          </a:p>
        </p:txBody>
      </p:sp>
      <p:sp>
        <p:nvSpPr>
          <p:cNvPr id="726" name="Google Shape;726;p77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32" name="Google Shape;73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78"/>
          <p:cNvSpPr txBox="1"/>
          <p:nvPr/>
        </p:nvSpPr>
        <p:spPr>
          <a:xfrm>
            <a:off x="6848475" y="2938462"/>
            <a:ext cx="11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78"/>
          <p:cNvSpPr txBox="1"/>
          <p:nvPr/>
        </p:nvSpPr>
        <p:spPr>
          <a:xfrm>
            <a:off x="571500" y="2111050"/>
            <a:ext cx="11049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theCha, S., &amp; Kim, T.-W. (2015). What matters for students' use of physical library space? The Journal of Academic Librarianship, 41(3), 274–279. 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https://doi.org/10.1016/j.acalib.2015.03.014</a:t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Peng, L., Wei, W., Fan, W., Jin, S., &amp; Liu, Y. (2022). Student Experience and Satisfaction in Academic Libraries: A Comparative Study among Three Universities in Wuhan. Buildings, 12(5), 682. 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https://doi.org/10.3390/buildings12050682</a:t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5" name="Google Shape;735;p78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78"/>
          <p:cNvSpPr txBox="1"/>
          <p:nvPr/>
        </p:nvSpPr>
        <p:spPr>
          <a:xfrm>
            <a:off x="723900" y="7239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  <p:sp>
        <p:nvSpPr>
          <p:cNvPr id="737" name="Google Shape;737;p7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2" name="Google Shape;74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79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744" name="Google Shape;744;p79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  <p:sp>
        <p:nvSpPr>
          <p:cNvPr id="745" name="Google Shape;745;p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